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Global ERA5 Data Preparation for Chronos-2 LAI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WEEKLY RESEARCH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0789920" cy="3291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This week's focus: preparing ERA5 global meteorological data to extend our Chronos-2 LAI forecasting framework beyond the continental U.S.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Covered here: why ERA5, how it maps onto our existing 7-variable pipeline, the global non-U.S. pixel selection, current download progress, and next steps.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Pipeline and experiment design are essentially ready; ERA5 data download is the one remaining dependency before running the global experiment.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Extending Beyond gridMET's U.S.-Only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4864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Every Chronos-2 LAI experiment so far has used gridMET, a daily ~4km meteorological product that only covers the continental United States.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Professor Wang suggested using ERA5 instead, so we can test whether zero-shot Chronos-2 generalizes to vegetation and climate regimes well outside the U.S.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ERA5 (ECMWF's 5th-generation reanalysis) provides the same kind of variables at a consistent 0.25° resolution anywhere on Earth, which lets us reuse one common data source globally.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Research question: how well does zero-shot Chronos-2 forecast LAI across diverse global vegetation and climate regimes when ERA5 supplies the meteorological input?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ERA5 is the key that unlocks testing our framework anywhere in the world, not just the U.S.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DATA SOURCE &amp; VARIABLE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Mapping ERA5 to Our Existing 7 Climate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C6355"/>
                </a:solidFill>
                <a:latin typeface="Calibri"/>
              </a:rPr>
              <a:t>Product: 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2119"/>
                </a:solidFill>
                <a:latin typeface="Calibri"/>
              </a:rPr>
              <a:t>derived-era5-single-levels-daily-statistics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C6355"/>
                </a:solidFill>
                <a:latin typeface="Calibri"/>
              </a:rPr>
              <a:t> (Copernicus Climate Data Store) — global 0.25° reanalysis with server-side daily aggregation, so we never download raw hourly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85854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5756"/>
                <a:gridCol w="4698059"/>
                <a:gridCol w="3132039"/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Pipeline variable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ERA5 source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it's obtained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tmmx (max temp)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2m_temperature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direct (daily maximum)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tmmn (min temp)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2m_temperature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direct (daily minimum)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pr (precipitation)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total_precipitation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direct (daily sum, m → mm)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srad (solar radiation)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surface_solar_radiation_downwards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direct (daily mean, J/m² → W/m²)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vpd (vapor pressure deficit)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2m_temperature + 2m_dewpoint_temperature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derived, FAO-56 Penman-Monteith formula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sph (specific humidity)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2m_dewpoint_temperature + surface_pressure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vs (wind speed)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10m u- and v-wind components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magnitude of daily-mean vector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Every mapping and unit conversion was verified against real downloaded values first, not assumed from documentation.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DATA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Plugging ERA5 into the Existing Pipeline,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4864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ERA5 daily values are aligned to each LAI 8-day composite window using the exact same windowed-mean convention our gridMET pipeline already uses — not a naive calendar-week average.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The core Chronos-2 input-building and zero-shot prediction code required zero changes — only a new ERA5 data-preparation adapter was added.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This keeps ERA5-based results directly comparable to our existing gridMET results, and keeps the design open to future meteorological sources (e.g., Earth System Model output).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ERA5 is a drop-in replacement for gridMET at the input layer — the model and evaluation code are untouched.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GLOBAL EXPERIMENT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45 Representative Non-U.S. Pixels Selected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Selected from the global ESA CCI Plant Functional Type (PFT) product (300m, true global coverage) — not the CONUS-only copy used in prior experiments.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Chosen by farthest-point sampling in PFT-composition space, combined with a minimum 800km geographic separation — not hand-picked or random similar sites.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The continental U.S., Alaska, and Hawaii are explicitly excluded.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7472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8444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non-U.S. pixels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47472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358444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PFT classes represented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47472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358444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world regions covered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347472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358444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0.44–1.00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PFT purity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548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C6355"/>
                </a:solidFill>
                <a:latin typeface="Calibri"/>
              </a:rPr>
              <a:t>Top regions: Siberia/Boreal Eurasia (9), Canada (5), East Asia (4), Amazon (3), Western Europe (3), East Africa/Sahel (2), Central/Southern Africa (2)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Coverage spans forests, grasslands, and shrublands across every inhabited continent.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ERA5 Download In Progress — Working Through CDS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4864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Currently validating the ERA5 pipeline on an existing CONUS pixel before scaling to the 45 global pixels, to catch any unit or alignment errors early.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The Copernicus Climate Data Store (CDS) imposes two hard, undocumented limits found through direct testing: only one request in flight per account at a time, and a tight per-request size cap (effectively one variable, one year, per request).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Per-request queue wait time varies widely (minutes to tens of minutes) and is controlled entirely by CDS, not by us.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This week also included a multi-hour, account-wide CDS service outage — confirmed by testing unrelated requests and cross-checking the ECMWF community forum — independent of our pipeline.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The download is fully resumable: every (variable, year, location) combination is cached individually, so no progress is ever lost across interruptions.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The bottleneck is CDS's own queue and rate limits, not our pipeline — the resumable design keeps making steady progress regardless.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STATUS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What's Done, What's Still Running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10047" cy="45720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541004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410047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ERA5 variable mapping and unit conversions (verified empirically)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ERA5-to-LAI temporal alignment logic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Chronos-2 integration (reuses the existing pipeline unchanged)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Global non-U.S. pixel selection (45 pixels)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143000"/>
            <a:ext cx="5410047" cy="45720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143000"/>
            <a:ext cx="541004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STILL IN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737360"/>
            <a:ext cx="5410047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B5651D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ERA5 download for the pipeline validation pixel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B5651D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Full 45-pixel global ERA5 download (not yet started)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B5651D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Global zero-shot Chronos-2 evaluation (blocked on the download above)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Data preparation is essentially complete — the remaining work is waiting on CDS downloads, not new design or engineering.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From Data Preparation to Global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4864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Finish the ERA5 download for the validation pixel and compare zero-shot Chronos-2 results against the existing gridMET baseline.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Once validated, launch the ERA5 download for the full 45-pixel global set.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Run zero-shot Chronos-2 across all 45 pixels and analyze results by vegetation type, climate regime, and region.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Compare global (ERA5) generalization performance against our existing U.S. (gridMET)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Next week's goal: move from data preparation into running and analyzing the global Chronos-2 experiment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