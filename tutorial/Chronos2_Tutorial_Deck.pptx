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Practical Guide to Chronos-2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1">
                <a:solidFill>
                  <a:srgbClr val="5C6355"/>
                </a:solidFill>
                <a:latin typeface="Calibri"/>
              </a:rPr>
              <a:t>Applying a pretrained time-series foundation model to a new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105156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2F6F5E"/>
                </a:solidFill>
                <a:latin typeface="Calibri"/>
              </a:rPr>
              <a:t>▪  </a:t>
            </a:r>
            <a:r>
              <a:rPr sz="1800">
                <a:solidFill>
                  <a:srgbClr val="1C2119"/>
                </a:solidFill>
                <a:latin typeface="Calibri"/>
              </a:rPr>
              <a:t>Zero-shot forecasting, no training required to get a first baseline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2F6F5E"/>
                </a:solidFill>
                <a:latin typeface="Calibri"/>
              </a:rPr>
              <a:t>▪  </a:t>
            </a:r>
            <a:r>
              <a:rPr sz="1800">
                <a:solidFill>
                  <a:srgbClr val="1C2119"/>
                </a:solidFill>
                <a:latin typeface="Calibri"/>
              </a:rPr>
              <a:t>Past and known-future covariates (e.g. climate, calendar features)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2F6F5E"/>
                </a:solidFill>
                <a:latin typeface="Calibri"/>
              </a:rPr>
              <a:t>▪  </a:t>
            </a:r>
            <a:r>
              <a:rPr sz="1800">
                <a:solidFill>
                  <a:srgbClr val="1C2119"/>
                </a:solidFill>
                <a:latin typeface="Calibri"/>
              </a:rPr>
              <a:t>Optional fine-tuning: full-weight or LoRA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2F6F5E"/>
                </a:solidFill>
                <a:latin typeface="Calibri"/>
              </a:rPr>
              <a:t>▪  </a:t>
            </a:r>
            <a:r>
              <a:rPr sz="1800">
                <a:solidFill>
                  <a:srgbClr val="1C2119"/>
                </a:solidFill>
                <a:latin typeface="Calibri"/>
              </a:rPr>
              <a:t>A general, reusable data-preparation pattern that works across domains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Full written tutorial: TUTORIAL.md — this deck is a walkthrough companion, not a replacement.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What Chronos-2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2103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4A33"/>
                </a:solidFill>
                <a:latin typeface="Calibri"/>
              </a:rPr>
              <a:t>Zero-shot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188720"/>
            <a:ext cx="822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C2119"/>
                </a:solidFill>
                <a:latin typeface="Calibri"/>
              </a:rPr>
              <a:t>Forecast a new series with no training — load the pretrained weights and predict.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2103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4A33"/>
                </a:solidFill>
                <a:latin typeface="Calibri"/>
              </a:rPr>
              <a:t>Covariates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148840"/>
            <a:ext cx="822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C2119"/>
                </a:solidFill>
                <a:latin typeface="Calibri"/>
              </a:rPr>
              <a:t>Add auxiliary series: past-only, or known-future (e.g. a weather forecast).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6324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2103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4A33"/>
                </a:solidFill>
                <a:latin typeface="Calibri"/>
              </a:rPr>
              <a:t>Fine-tuning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108960"/>
            <a:ext cx="822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C2119"/>
                </a:solidFill>
                <a:latin typeface="Calibri"/>
              </a:rPr>
              <a:t>Optionally adapt the weights: full-weight or a small LoRA adapter.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2336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33088"/>
            <a:ext cx="2103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4A33"/>
                </a:solidFill>
                <a:latin typeface="Calibri"/>
              </a:rPr>
              <a:t>Cross-learning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069080"/>
            <a:ext cx="822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C2119"/>
                </a:solidFill>
                <a:latin typeface="Calibri"/>
              </a:rPr>
              <a:t>Optionally let multiple series in a batch share information at inference/training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This tutorial focuses on the practical workflow, not the model's internal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Installation and Loading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11185855" cy="1371600"/>
          </a:xfrm>
          <a:prstGeom prst="rect">
            <a:avLst/>
          </a:prstGeom>
          <a:solidFill>
            <a:srgbClr val="F5F6F1"/>
          </a:solidFill>
          <a:ln w="9525">
            <a:solidFill>
              <a:srgbClr val="DE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500">
                <a:solidFill>
                  <a:srgbClr val="1C2119"/>
                </a:solidFill>
                <a:latin typeface="Consolas"/>
              </a:rPr>
              <a:t>pip install chronos-forecasting torch pandas numpy matplotlib scikit-learn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43200"/>
            <a:ext cx="11185855" cy="2103120"/>
          </a:xfrm>
          <a:prstGeom prst="rect">
            <a:avLst/>
          </a:prstGeom>
          <a:solidFill>
            <a:srgbClr val="F5F6F1"/>
          </a:solidFill>
          <a:ln w="9525">
            <a:solidFill>
              <a:srgbClr val="DE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500">
                <a:solidFill>
                  <a:srgbClr val="1C2119"/>
                </a:solidFill>
                <a:latin typeface="Consolas"/>
              </a:rPr>
              <a:t>from chronos import BaseChronosPipeline</a:t>
            </a:r>
          </a:p>
          <a:p>
            <a:r>
              <a:rPr sz="1500">
                <a:solidFill>
                  <a:srgbClr val="1C2119"/>
                </a:solidFill>
                <a:latin typeface="Consolas"/>
              </a:rPr>
              <a:t>pipeline = BaseChronosPipeline.from_pretrained("amazon/chronos-2", device_map="cuda")</a:t>
            </a:r>
          </a:p>
          <a:p>
            <a:r>
              <a:rPr sz="1500">
                <a:solidFill>
                  <a:srgbClr val="1C2119"/>
                </a:solidFill>
                <a:latin typeface="Consolas"/>
              </a:rPr>
              <a:t/>
            </a:r>
          </a:p>
          <a:p>
            <a:r>
              <a:rPr sz="1500">
                <a:solidFill>
                  <a:srgbClr val="1C2119"/>
                </a:solidFill>
                <a:latin typeface="Consolas"/>
              </a:rPr>
              <a:t>assert hasattr(pipeline, "predict_quantiles")</a:t>
            </a:r>
          </a:p>
          <a:p>
            <a:r>
              <a:rPr sz="1500">
                <a:solidFill>
                  <a:srgbClr val="1C2119"/>
                </a:solidFill>
                <a:latin typeface="Consolas"/>
              </a:rPr>
              <a:t>print(pipeline.model_context_length, pipeline.model_prediction_length)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BaseChronosPipeline.from_pretrained auto-dispatches to the right pipeline class — works on CPU or GPU.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Data Format: Four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Every column in your dataset is one of four roles: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514600" cy="731520"/>
          </a:xfrm>
          <a:prstGeom prst="roundRect">
            <a:avLst>
              <a:gd name="adj" fmla="val 12000"/>
            </a:avLst>
          </a:prstGeom>
          <a:solidFill>
            <a:srgbClr val="5C6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timestamp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783080"/>
            <a:ext cx="2514600" cy="731520"/>
          </a:xfrm>
          <a:prstGeom prst="roundRect">
            <a:avLst>
              <a:gd name="adj" fmla="val 12000"/>
            </a:avLst>
          </a:prstGeom>
          <a:solidFill>
            <a:srgbClr val="5C6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series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783080"/>
            <a:ext cx="2514600" cy="73152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783080"/>
            <a:ext cx="2514600" cy="73152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covariates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109728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past_covariates: observed up through "now" — required for every covariate the model uses.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future_covariates: values already known for the forecast horizon (weather forecast, calendar) — must be a subset of past_covariates' keys.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Never put the target itself, or an unknown future value, into future_covariates.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past_covariates vs. future_covariates is the single most important distinction to get right.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Recommended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1. Inspect
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92619" y="123444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2. Identify
target &amp;
covariates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2318" y="123444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3. Align
temporal
resolution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017" y="123444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4. Check
missing
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1716" y="123444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5. Train/val/
test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51415" y="123444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6. Zero-shot
Chronos-2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3172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7. Evaluate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2619" y="233172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8. Add useful
covariates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2318" y="233172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9. Compare vs.
zero-shot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017" y="233172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10. Fine-tune
(if needed)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716" y="233172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11. Validate
carefully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51415" y="233172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12. Test once,
final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Only fine-tune after zero-shot has been evaluated and covariates have earned their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Fine-Tuning: pipeline.fit(...)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11185855" cy="2194560"/>
          </a:xfrm>
          <a:prstGeom prst="rect">
            <a:avLst/>
          </a:prstGeom>
          <a:solidFill>
            <a:srgbClr val="F5F6F1"/>
          </a:solidFill>
          <a:ln w="9525">
            <a:solidFill>
              <a:srgbClr val="DE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450">
                <a:solidFill>
                  <a:srgbClr val="1C2119"/>
                </a:solidFill>
                <a:latin typeface="Consolas"/>
              </a:rPr>
              <a:t>finetuned = pipeline.fit(</a:t>
            </a:r>
          </a:p>
          <a:p>
            <a:r>
              <a:rPr sz="1450">
                <a:solidFill>
                  <a:srgbClr val="1C2119"/>
                </a:solidFill>
                <a:latin typeface="Consolas"/>
              </a:rPr>
              <a:t>    inputs=[train_item],</a:t>
            </a:r>
          </a:p>
          <a:p>
            <a:r>
              <a:rPr sz="1450">
                <a:solidFill>
                  <a:srgbClr val="1C2119"/>
                </a:solidFill>
                <a:latin typeface="Consolas"/>
              </a:rPr>
              <a:t>    prediction_length=prediction_length,</a:t>
            </a:r>
          </a:p>
          <a:p>
            <a:r>
              <a:rPr sz="1450">
                <a:solidFill>
                  <a:srgbClr val="1C2119"/>
                </a:solidFill>
                <a:latin typeface="Consolas"/>
              </a:rPr>
              <a:t>    validation_inputs=[val_item],      # enables checkpoint selection</a:t>
            </a:r>
          </a:p>
          <a:p>
            <a:r>
              <a:rPr sz="1450">
                <a:solidFill>
                  <a:srgbClr val="1C2119"/>
                </a:solidFill>
                <a:latin typeface="Consolas"/>
              </a:rPr>
              <a:t>    finetune_mode="lora",              # "full" (default) or "lora"</a:t>
            </a:r>
          </a:p>
          <a:p>
            <a:r>
              <a:rPr sz="1450">
                <a:solidFill>
                  <a:srgbClr val="1C2119"/>
                </a:solidFill>
                <a:latin typeface="Consolas"/>
              </a:rPr>
              <a:t>    learning_rate=1e-5,</a:t>
            </a:r>
          </a:p>
          <a:p>
            <a:r>
              <a:rPr sz="1450">
                <a:solidFill>
                  <a:srgbClr val="1C2119"/>
                </a:solidFill>
                <a:latin typeface="Consolas"/>
              </a:rPr>
              <a:t>    num_steps=1000,</a:t>
            </a:r>
          </a:p>
          <a:p>
            <a:r>
              <a:rPr sz="1450">
                <a:solidFill>
                  <a:srgbClr val="1C2119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11880"/>
            <a:ext cx="109728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"full" updates every weight; "lora" trains a small adapter (needs peft) — both are officially supported.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validation_inputs auto-enables load_best_model_at_end=True (best validation loss, not the final step).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Trainable parameter count does not reliably predict fine-tuning quality — validate, don't assume.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Always compare the fine-tuned result against the zero-shot baseline on the SAME validation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Train / Validation / Test — Chronologically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515600" cy="59436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5651D"/>
                </a:solidFill>
                <a:latin typeface="Calibri"/>
              </a:rPr>
              <a:t>Never split individual timestamps randomly — this leaks future information into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1E4A33"/>
                </a:solidFill>
                <a:latin typeface="Calibri"/>
              </a:rPr>
              <a:t>2000–2017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4884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C6355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148840"/>
            <a:ext cx="1463040" cy="50292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2018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70632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1E4A33"/>
                </a:solidFill>
                <a:latin typeface="Calibri"/>
              </a:rPr>
              <a:t>2000–2018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770632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C6355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770632"/>
            <a:ext cx="1463040" cy="50292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2019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92424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1E4A33"/>
                </a:solidFill>
                <a:latin typeface="Calibri"/>
              </a:rPr>
              <a:t>2000–2019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392424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C6355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3392424"/>
            <a:ext cx="1463040" cy="50292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2020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14216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1E4A33"/>
                </a:solidFill>
                <a:latin typeface="Calibri"/>
              </a:rPr>
              <a:t>2000–2020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014216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C6355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4014216"/>
            <a:ext cx="1463040" cy="50292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148840"/>
            <a:ext cx="548640" cy="2468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1">
                <a:solidFill>
                  <a:srgbClr val="5C6355"/>
                </a:solidFill>
                <a:latin typeface="Calibri"/>
              </a:rPr>
              <a:t>then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60604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Final refit: 2000–2021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29184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C6355"/>
                </a:solidFill>
                <a:latin typeface="Calibr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576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Evaluate ONCE: 2022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The final test year is touched exactly once — after every modeling decision is already locked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Common Pitfalls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585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Resolution mismatch: context_length / prediction_length are counts of TIME STEPS, not days or months.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Off-by-one splits: a date-based cutoff can silently produce the wrong number of future rows — split by exact row count when precision matters.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predict_df requires strictly regular timestamps; irregular data needs the lower-level dict API (or align_frequency() first).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Static features (vegetation type, patient category, sensor model) broadcast as a constant covariate often get erased by per-series normalization — see next section of TUTORIAL.md.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"More covariates" is not automatically better — validate each addition against the zero-shot baseline before trusting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Full troubleshooting table (symptom → cause → check → fix) in TUTORIAL.md Part 15.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MODELING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Static Features Need Special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5C6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Static value
[0.65, 0.65, 0.65, ...]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40" y="141732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Per-series
normalization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41732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Zero variance
→ signal erased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40" y="1783080"/>
            <a:ext cx="457200" cy="0"/>
          </a:xfrm>
          <a:prstGeom prst="line">
            <a:avLst/>
          </a:prstGeom>
          <a:ln w="3175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29400" y="1783080"/>
            <a:ext cx="457200" cy="0"/>
          </a:xfrm>
          <a:prstGeom prst="line">
            <a:avLst/>
          </a:prstGeom>
          <a:ln w="3175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560320"/>
            <a:ext cx="11185855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A feature that describes a whole series (vegetation type, patient group, sensor model) is NOT an ordinary time-varying covariate — check whether your model's normalization operates per-series before assuming a naively broadcast static feature will be used.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Chronos-2 supports categorical covariates that CHANGE over time (day-of-week, a shifting regime) — this is a different feature and does not solve the static-feature problem.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Verify directly: perturb the static value while holding everything else fixed, and check whether the forecast actually 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Inspect how static covariates are represented and normalized before assuming the model can use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TUTORIAL.md — the full 17-part written tutorial, with a verified API reference at the end.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chronos2_tutorial.ipynb — run it end-to-end on the included synthetic dataset.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chronos2_template.py — copy it, edit the 6-line CONFIG block, and point it at your own data.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example_config.py — a worked example adapting the template to a different domain.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Start with zero-shot on your own data before adding covariates or fine-tuning.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