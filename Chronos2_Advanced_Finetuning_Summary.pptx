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Advanced Chronos-2 Fine-Tuning: Can Better PEFT Beat Zero-Shot?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4E"/>
                </a:solidFill>
                <a:latin typeface="Calibri"/>
              </a:rPr>
              <a:t>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91440" cy="100584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1">
                <a:solidFill>
                  <a:srgbClr val="1C2119"/>
                </a:solidFill>
                <a:latin typeface="Calibri"/>
              </a:rPr>
              <a:t>Can a more advanced fine-tuning strategy consistently outperform Chronos-2 zero-shot for vegetation LAI forecasting under limited-data conditions?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19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Standard LoRA fine-tuning (original and validation-selected) did not consistently beat zero-shot in our earlier experiments.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This study tests 6 additional, more recent parameter-efficient fine-tuning (PEFT) methods, selected from a literature review of ICLR/ICML/NeurIPS 2022-2025.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Same 3 pixels, same fair validation-only protocol, same pretrained starting weights for every method — an equal-sized hyperparameter budget throughout.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6 mechanistically distinct methods, 90 fine-tuning runs, one fair protocol — does anything beat zero-shot?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Literature Review &amp; Method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5853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36"/>
                <a:gridCol w="2125312"/>
                <a:gridCol w="5592927"/>
                <a:gridCol w="1677878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Trained params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ICML'24 Oral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Decompose weight into magnitude + direction; LoRA-update direction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~1.3M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VeRA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ICLR'24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One frozen shared random low-rank pair; learn only small scale vectors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~99K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NeurIPS'22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Learned multiplicative rescaling of K/V/FFN activations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~74K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LN-Tuning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Chronos precedent (2409.11302)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Unfreeze only normalization affine parameters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28K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ACL'22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Unfreeze only bias terms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Full-weight unfreeze of only the last transformer block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~13.1M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23360"/>
            <a:ext cx="11185855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Chosen to span mechanistically distinct update types (not 5 near-identical LoRA variants) and a capacity spectrum from 8.4K to 13.1M trainable parameters.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Excluded after investigation: AdaLoRA (needs more gradient signal than our tiny datasets give), FourierFT (overlaps with VeRA), prompt/prefix tuning (real compatibility risk — Chronos-2 isn't a token-sequence LM), PETSA/TimesFM in-context tuning (break comparability with our fixed protocol).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Selection grounded in real compatibility checks against Chronos-2's actual source code, not just fame.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Every method starts from the identical pretrained Chronos-2 weights — verified by reading the actual fit() source; Chronos2Trainer has zero LoRA-specific logic, so any peft.PeftConfig can be substituted via a faithful reimplementation of fit()'s internals.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Same validated protocol as the improved-LoRA study: chronological validation folds (2020, 2021), early stopping, final refit on 2000-2021, evaluated once on real 2022 — test data never touches hyperparameter selection.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Equal-sized 4-config search budget per method per pixel — no method received more tuning effort than another.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11185855" cy="137160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E4A33"/>
                </a:solidFill>
                <a:latin typeface="Calibri"/>
              </a:rPr>
              <a:t>DoRA: lr∈{1e-5,1e-4} × rank∈{8,16}     VeRA: lr∈{1e-4,1e-3} × rank∈{256,1024}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E4A33"/>
                </a:solidFill>
                <a:latin typeface="Calibri"/>
              </a:rPr>
              <a:t>IA3 / LN-Tuning / BitFit: lr∈{1e-4,1e-3,1e-2,1e-1}     Partial: lr∈{1e-6,1e-5,1e-4,1e-3}</a:t>
            </a:r>
          </a:p>
          <a:p>
            <a:pPr algn="l">
              <a:lnSpc>
                <a:spcPct val="140000"/>
              </a:lnSpc>
            </a:pPr>
            <a:r>
              <a:rPr sz="1400" b="1" i="1">
                <a:solidFill>
                  <a:srgbClr val="1E4A33"/>
                </a:solidFill>
                <a:latin typeface="Calibri"/>
              </a:rPr>
              <a:t>→ 72 search runs + 18 final refits = 90 fine-tuning runs, ~85 minutes on one A100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Baselines (zero-shot, original LoRA, improved LoRA) reused directly — never rerun.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Results: R² by Pixel, All 9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r2_by_pixel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1706"/>
            <a:ext cx="11185855" cy="33557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Zero-shot (dashed line) sits at or near the top of every panel — no method consistently clears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Final Ranking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1566019"/>
                <a:gridCol w="1789736"/>
                <a:gridCol w="2237171"/>
                <a:gridCol w="246088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vs. Zero-shot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Pixels beating ZS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0.780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74K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13.1M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LN-Tuning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28K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Improved LoRA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VeRA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99K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Only one method/pixel combination ever beats zero-shot — DoRA on evergreen, by +0.0026.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Does More Capacity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params_vs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609001" cy="4773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80" y="1417320"/>
            <a:ext cx="411480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Overall correlation between log(trainable params) and R² is weak: only +0.10 pooled across all pixels.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Direction flips by pixel: +0.59 (evergreen), +0.45 (low_amplitude), but −0.24 (high_amplitude_deciduous) — more capacity mildly hurts where zero-shot is already near-ceiling.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Which pixel matters far more than how much capacity a method 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Parameter count is a weak, pixel-dependent predictor — not a reliable guide to which method to pick.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Failure Mode: When Validation Loss 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validation_curves_bitfit_vs_dora_ever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20" y="1143000"/>
            <a:ext cx="9310254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937760"/>
            <a:ext cx="11185855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BitFit's selected config had the BEST validation loss of all 24 evergreen configs tested (0.562, beating even DoRA's 0.615) — yet the WORST test R² (0.587 vs. DoRA's 0.835).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Not classic overfitting (train/val curves look normal) — BitFit's only lever (a patch-embedding bias shift) helped the 2020/2021 folds but pointed the wrong way for 2022.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Chronos-2's attention/FFN layers have NO bias terms — BitFit can only touch 0.007% of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No — zero-shot Chronos-2 remains the best method overall for this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Across 6 mechanistically distinct methods (additive low-rank, shared-random-projection, multiplicative rescaling, bias-only, normalization-only, partial full-weight) and 8K-13M trainable parameters, not one consistently beat zero-shot across the 3 pixels.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This corroborates independent literature evidence that Chronos-2 fine-tuning specifically struggles on small datasets, and extends our project's LoRA-specific finding: the result is not about LoRA's particular mechanism — it looks like a property of fine-tuning Chronos-2 at all on data this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Practical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1115568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4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Keep zero-shot Chronos-2 as the default for this task.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4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If fine-tuning is needed for a structurally different domain, IA3 or last-block-only partial fine-tuning are the safest choices tested — they lose the least relative to zero-shot with no catastrophic single-pixel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Method diversity ruled out LoRA's mechanism as the cause — the ceiling appears to be the data, not the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