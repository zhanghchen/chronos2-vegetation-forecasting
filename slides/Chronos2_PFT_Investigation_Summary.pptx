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Can PFT Improve Chronos-2 LAI Forecasting?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1">
                <a:solidFill>
                  <a:srgbClr val="1C2119"/>
                </a:solidFill>
                <a:latin typeface="Calibri"/>
              </a:rPr>
              <a:t>Different vegetation compositions may respond differently to the same climate forcing.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60320"/>
            <a:ext cx="10058400" cy="822960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9509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E4A33"/>
                </a:solidFill>
                <a:latin typeface="Calibri"/>
              </a:rPr>
              <a:t>LAI_future = f( historical LAI, climate, PFT composition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10789920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Example: a pixel with 65% forest + 35% grass may not respond to precipitation, VPD, or temperature the same way a 100% forest pixel does.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This deck summarizes a full investigation — from a single-pixel test that failed for an architectural reason, through an architecture fix, to a decisive controlled experiment.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Question: can explicit PFT information give Chronos-2 a measurable, reproducible forecasting edge?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402336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C9DDD3"/>
                </a:solidFill>
                <a:latin typeface="Calibri"/>
              </a:rPr>
              <a:t>Generated: 2026-08-27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STEP 1 ·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119"/>
                </a:solidFill>
                <a:latin typeface="Calibri"/>
              </a:rPr>
              <a:t>Why the Initial PFT Approach Failed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1188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2F6F5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Single-pixel experiments fed PFT as a constant covariate (same value at every timestep) — and showed almost no effect.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>
                <a:solidFill>
                  <a:srgbClr val="2F6F5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Source-code inspection of Chronos-2's InstanceNorm explained why: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1460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5C6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PFT = 0.65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(constant every step)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51460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InstanceNorm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(per-series, std=0)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251460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1E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→ [0, 0, 0, ...]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signal erased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54680" y="2857500"/>
            <a:ext cx="502920" cy="0"/>
          </a:xfrm>
          <a:prstGeom prst="line">
            <a:avLst/>
          </a:prstGeom>
          <a:ln w="31750">
            <a:solidFill>
              <a:srgbClr val="8B9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35040" y="2857500"/>
            <a:ext cx="502920" cy="0"/>
          </a:xfrm>
          <a:prstGeom prst="line">
            <a:avLst/>
          </a:prstGeom>
          <a:ln w="31750">
            <a:solidFill>
              <a:srgbClr val="8B9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02920" y="3703320"/>
            <a:ext cx="10515600" cy="685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9476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B5651D"/>
                </a:solidFill>
                <a:latin typeface="Calibri"/>
              </a:rPr>
              <a:t>Verified empirically: perturbing PFT across 5 synthetic compositions changed the prediction by exactly 0.00000000 — not a small effect, zero.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63440"/>
            <a:ext cx="109728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>
                <a:solidFill>
                  <a:srgbClr val="B5651D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Critically: this did NOT mean PFT is biologically irrelevant — only that a constant-per-pixel value cannot survive this specific normalization step.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5651D"/>
                </a:solidFill>
                <a:latin typeface="Calibri"/>
              </a:rPr>
              <a:t>TAKEAWAY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5651D"/>
                </a:solidFill>
                <a:latin typeface="Calibri"/>
              </a:rPr>
              <a:t>Chronos-2 was architecturally blind to static PFT — a mechanism problem, not evidence against PFT itself.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STEP 2 · ARCHITECTURE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119"/>
                </a:solidFill>
                <a:latin typeface="Calibri"/>
              </a:rPr>
              <a:t>Making Chronos-2 PFT-Aware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Built explicit PFT conditioning that bypasses InstanceNorm entirely: a small trainable module converts the PFT vector into a FiLM (scale, shift) adjustment applied directly to the model's internal representation — the frozen, 119.5M-parameter pretrained model never changes.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Tested several conditioning designs: deep-MLP FiLM, a regularized variant, a biologically-structured linear mixture of per-vegetation-class response vectors, and a rank-8 bottleneck FiLM.</a:t>
            </a:r>
          </a:p>
        </p:txBody>
      </p:sp>
      <p:pic>
        <p:nvPicPr>
          <p:cNvPr id="7" name="Picture 6" descr="perturbation_sweep_all_pix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5587" y="2743200"/>
            <a:ext cx="4160520" cy="35661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Smoke test confirmed real PFT sensitivity (e.g. +0.63 LAI units, evergreen vs. grass) — the question became generalization, not visibility.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STEP 3 · SCALING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119"/>
                </a:solidFill>
                <a:latin typeface="Calibri"/>
              </a:rPr>
              <a:t>Multi-Pixel Experimental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pft_diverse_pixels_d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352" y="1143000"/>
            <a:ext cx="810299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572000"/>
            <a:ext cx="11185855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70 CONUS pixels selected for genuine PFT diversity (8 dominant classes, purity 0.46–1.00), pooled into one shared training set so PFT actually varies across training rows.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A real data-quality bug was caught and fixed here: 24/70 initially-selected pixels had 100% missing gridMET climate data (a known US coverage gap); the final 70-pixel set was verified complete.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Strict protocol: pre-2022 windows only for training/model selection; 2022 touched exactly once, at the 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STEP 4 · SCREENING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119"/>
                </a:solidFill>
                <a:latin typeface="Calibri"/>
              </a:rPr>
              <a:t>Overfitting Persists Despite More Temporal Supervision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overfitt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470" y="1143000"/>
            <a:ext cx="8410754" cy="3429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4754880"/>
          <a:ext cx="11185855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4342"/>
                <a:gridCol w="2237171"/>
                <a:gridCol w="2237171"/>
                <a:gridCol w="2237171"/>
              </a:tblGrid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Best val_loss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Selected step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deep-MLP FiLM (original)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100,544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0.34664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Regularized deep-MLP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51,040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0.34667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Linear per-class mixture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15,360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0.34695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Rank-8 bottleneck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12,600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0.34653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8 training windows (4x more) still weren't enough for 3 of 4 architectures — data volume alone isn't the full explanation.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Key Finding: Real PFT ≈ Shuffled PFT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6</a:t>
            </a:r>
          </a:p>
        </p:txBody>
      </p:sp>
      <p:pic>
        <p:nvPicPr>
          <p:cNvPr id="5" name="Picture 4" descr="real_vs_shuffle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957" y="1143000"/>
            <a:ext cx="7383780" cy="48188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5651D"/>
                </a:solidFill>
                <a:latin typeface="Calibri"/>
              </a:rPr>
              <a:t>TAKEAWAY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5651D"/>
                </a:solidFill>
                <a:latin typeface="Calibri"/>
              </a:rPr>
              <a:t>A model trained on scientifically meaningless, randomly-shuffled PFT performs at least as well as one trained on real PFT — p=0.245, not significant.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119"/>
                </a:solidFill>
                <a:latin typeface="Calibri"/>
              </a:rPr>
              <a:t>What Does This Tell Us?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0607040" cy="914400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07592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E4A33"/>
                </a:solidFill>
                <a:latin typeface="Calibri"/>
              </a:rPr>
              <a:t>No PFT  ≈  Real PFT  ≈  Shuffled PFT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10972800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The small ΔR² (~+0.002) most likely comes from adding trainable conditioning capacity itself, not from the biological information the PFT vector carries.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Supporting evidence reaches the same conclusion from four independent angles: mixed-vs-pure pixel entropy (r ≈ −0.13 vs. shuffled), seasonal-phase RMSE (indistinguishable in every phase), and per-dominant-PFT-class breakdown (|Δ| ≤ 0.001 for every class once compared against shuffled).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This is consistent with an earlier, independent finding in this project: no PEFT/fine-tuning method (LoRA, DoRA, VeRA, IA3, LN-Tuning, BitFit) beat zero-shot Chronos-2 on this dataset either.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937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1">
                <a:solidFill>
                  <a:srgbClr val="5C6355"/>
                </a:solidFill>
                <a:latin typeface="Calibri"/>
              </a:rPr>
              <a:t>Precise conclusion (not "PFT is useless"):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30352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1">
                <a:solidFill>
                  <a:srgbClr val="1C2119"/>
                </a:solidFill>
                <a:latin typeface="Calibri"/>
              </a:rPr>
              <a:t>Under the current Chronos-2 + LAI setup and available dataset, explicit PFT information does not provide measurable predictive information beyond a shuffled-PFT control.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Hypothesis, not proven ceiling: zero-shot Chronos-2 may already be hard to improve with small gradient-trained modules at this data scale.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C2119"/>
                </a:solidFill>
                <a:latin typeface="Calibri"/>
              </a:rPr>
              <a:t>Research Progression: What We Ruled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07592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5C6355"/>
                </a:solidFill>
                <a:latin typeface="Calibri"/>
              </a:rPr>
              <a:t>INITIAL HYPOTHESIS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481328" cy="868680"/>
          </a:xfrm>
          <a:prstGeom prst="roundRect">
            <a:avLst>
              <a:gd name="adj" fmla="val 12000"/>
            </a:avLst>
          </a:prstGeom>
          <a:solidFill>
            <a:srgbClr val="9AA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PFT does not help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84248" y="2034540"/>
            <a:ext cx="136093" cy="0"/>
          </a:xfrm>
          <a:prstGeom prst="line">
            <a:avLst/>
          </a:prstGeom>
          <a:ln w="25400">
            <a:solidFill>
              <a:srgbClr val="8B9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20341" y="1307592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5C6355"/>
                </a:solidFill>
                <a:latin typeface="Calibri"/>
              </a:rPr>
              <a:t>FINDING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20341" y="1600200"/>
            <a:ext cx="1481328" cy="868680"/>
          </a:xfrm>
          <a:prstGeom prst="roundRect">
            <a:avLst>
              <a:gd name="adj" fmla="val 12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Chronos-2 architecturally cannot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see static PFT (InstanceNorm erasure)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1669" y="2034540"/>
            <a:ext cx="136093" cy="0"/>
          </a:xfrm>
          <a:prstGeom prst="line">
            <a:avLst/>
          </a:prstGeom>
          <a:ln w="25400">
            <a:solidFill>
              <a:srgbClr val="8B9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737762" y="1307592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5C6355"/>
                </a:solidFill>
                <a:latin typeface="Calibri"/>
              </a:rPr>
              <a:t>FIX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37762" y="1600200"/>
            <a:ext cx="1481328" cy="868680"/>
          </a:xfrm>
          <a:prstGeom prst="roundRect">
            <a:avLst>
              <a:gd name="adj" fmla="val 12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Explicit FiLM conditioning,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bypassing InstanceNorm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19090" y="2034540"/>
            <a:ext cx="136093" cy="0"/>
          </a:xfrm>
          <a:prstGeom prst="line">
            <a:avLst/>
          </a:prstGeom>
          <a:ln w="25400">
            <a:solidFill>
              <a:srgbClr val="8B9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55183" y="1307592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5C6355"/>
                </a:solidFill>
                <a:latin typeface="Calibri"/>
              </a:rPr>
              <a:t>FINDING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55183" y="1600200"/>
            <a:ext cx="1481328" cy="868680"/>
          </a:xfrm>
          <a:prstGeom prst="roundRect">
            <a:avLst>
              <a:gd name="adj" fmla="val 12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Architecture CAN learn strong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PFT sensitivity — but doesn't generalize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36511" y="2034540"/>
            <a:ext cx="136093" cy="0"/>
          </a:xfrm>
          <a:prstGeom prst="line">
            <a:avLst/>
          </a:prstGeom>
          <a:ln w="25400">
            <a:solidFill>
              <a:srgbClr val="8B9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72604" y="1307592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5C6355"/>
                </a:solidFill>
                <a:latin typeface="Calibri"/>
              </a:rPr>
              <a:t>RESPONSE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72604" y="1600200"/>
            <a:ext cx="1481328" cy="868680"/>
          </a:xfrm>
          <a:prstGeom prst="roundRect">
            <a:avLst>
              <a:gd name="adj" fmla="val 12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4x more temporal windows +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4 alternative architectures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53932" y="2034540"/>
            <a:ext cx="136093" cy="0"/>
          </a:xfrm>
          <a:prstGeom prst="line">
            <a:avLst/>
          </a:prstGeom>
          <a:ln w="25400">
            <a:solidFill>
              <a:srgbClr val="8B9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590025" y="1307592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5C6355"/>
                </a:solidFill>
                <a:latin typeface="Calibri"/>
              </a:rPr>
              <a:t>FINDING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0025" y="1600200"/>
            <a:ext cx="1481328" cy="868680"/>
          </a:xfrm>
          <a:prstGeom prst="roundRect">
            <a:avLst>
              <a:gd name="adj" fmla="val 12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Real PFT performs no better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than shuffled PFT (p=0.245)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71353" y="2034540"/>
            <a:ext cx="136093" cy="0"/>
          </a:xfrm>
          <a:prstGeom prst="line">
            <a:avLst/>
          </a:prstGeom>
          <a:ln w="25400">
            <a:solidFill>
              <a:srgbClr val="8B9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207446" y="1307592"/>
            <a:ext cx="14813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5C6355"/>
                </a:solidFill>
                <a:latin typeface="Calibri"/>
              </a:rPr>
              <a:t>CONCLUSION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07446" y="1600200"/>
            <a:ext cx="1481328" cy="868680"/>
          </a:xfrm>
          <a:prstGeom prst="roundRect">
            <a:avLst>
              <a:gd name="adj" fmla="val 12000"/>
            </a:avLst>
          </a:prstGeom>
          <a:solidFill>
            <a:srgbClr val="1E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No detectable, generalizable PFT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signal in the current setup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Each step ruled out a specific explanation with direct evidence — this is what makes the final negative result trustworthy.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4A33"/>
                </a:solidFill>
                <a:latin typeface="Calibri"/>
              </a:rPr>
              <a:t>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1115568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Across 4 conditioning architectures and both PFT representations, no method beat a shuffled-PFT control — the strongest form of evidence this investigation can offer against the current approach.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The negative result is well-diagnosed, not a dead end: the InstanceNorm blindness, the FiLM fix, and the shuffle control each closed off a specific alternative explanation.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20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4A33"/>
                </a:solidFill>
                <a:latin typeface="Calibri"/>
              </a:rPr>
              <a:t>Recommended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931920"/>
            <a:ext cx="11155680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Test PFT with the AELSTM-family models, which showed greater (if noisier) sensitivity to explicit PFT in the earlier single-pixel study.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Revisit Chronos-2 only if substantially more or different training data become available — do not keep tuning increasingly complex FiLM/adapter variants on the current dataset.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Longer term: investigate PFT as a modifier of drought/climate response specifically, rather than a generic static covariate, if sufficient supervision becomes available to learn that interaction.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4A33"/>
                </a:solidFill>
                <a:latin typeface="Calibri"/>
              </a:rPr>
              <a:t>Full details: CHRONOS2_PFT_V2_REPORT.md — every number in this deck traces to a saved CSV in outputs/pft_v2/.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