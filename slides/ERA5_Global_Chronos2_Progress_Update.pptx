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Global ERA5 Data Preparation for Chronos-2 LAI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WEEKLY RESEARCH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10789920" cy="32918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This week's focus: preparing ERA5 global meteorological data to extend our Chronos-2 LAI forecasting framework beyond the continental U.S.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Covered here: why ERA5, how it maps onto our existing 7-variable pipeline, the global non-U.S. pixel selection, current download progress, and next steps.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Pipeline and experiment design are essentially ready; ERA5 data download is the one remaining dependency before running the global experiment.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402336"/>
            <a:ext cx="2377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i="1">
                <a:solidFill>
                  <a:srgbClr val="C9DDD3"/>
                </a:solidFill>
                <a:latin typeface="Calibri"/>
              </a:rPr>
              <a:t>Generated: 2026-09-03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Extending Beyond gridMET's U.S.-Only Coverage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789920" cy="4864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6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Every Chronos-2 LAI experiment so far has used gridMET, a daily ~4km meteorological product that only covers the continental United States.</a:t>
            </a:r>
          </a:p>
          <a:p>
            <a:pPr>
              <a:lnSpc>
                <a:spcPct val="106000"/>
              </a:lnSpc>
              <a:spcAft>
                <a:spcPts val="16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Professor Wang suggested using ERA5 instead, so we can test whether zero-shot Chronos-2 generalizes to vegetation and climate regimes well outside the U.S.</a:t>
            </a:r>
          </a:p>
          <a:p>
            <a:pPr>
              <a:lnSpc>
                <a:spcPct val="106000"/>
              </a:lnSpc>
              <a:spcAft>
                <a:spcPts val="16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ERA5 (ECMWF's 5th-generation reanalysis) provides the same kind of variables at a consistent 0.25° resolution anywhere on Earth, which lets us reuse one common data source globally.</a:t>
            </a:r>
          </a:p>
          <a:p>
            <a:pPr>
              <a:lnSpc>
                <a:spcPct val="106000"/>
              </a:lnSpc>
              <a:spcAft>
                <a:spcPts val="16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Research question: how well does zero-shot Chronos-2 forecast LAI across diverse global vegetation and climate regimes when ERA5 supplies the meteorological input?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ERA5 is the key that unlocks testing our framework anywhere in the world, not just the U.S.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DATA SOURCE &amp; VARIABLE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Mapping ERA5 to Our Existing 7 Climate Variables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5C6355"/>
                </a:solidFill>
                <a:latin typeface="Calibri"/>
              </a:rPr>
              <a:t>Product: </a:t>
            </a:r>
          </a:p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C2119"/>
                </a:solidFill>
                <a:latin typeface="Calibri"/>
              </a:rPr>
              <a:t>derived-era5-single-levels-daily-statistics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C6355"/>
                </a:solidFill>
                <a:latin typeface="Calibri"/>
              </a:rPr>
              <a:t> (Copernicus Climate Data Store) — global 0.25° reanalysis with server-side daily aggregation, so we never download raw hourly data.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28800"/>
          <a:ext cx="11185854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5756"/>
                <a:gridCol w="4698059"/>
                <a:gridCol w="3132039"/>
              </a:tblGrid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Pipeline variable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ERA5 source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How it's obtained</a:t>
                      </a:r>
                    </a:p>
                  </a:txBody>
                  <a:tcPr marT="38100" marB="38100">
                    <a:solidFill>
                      <a:srgbClr val="2F6F5E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C2119"/>
                          </a:solidFill>
                          <a:latin typeface="Calibri"/>
                        </a:rPr>
                        <a:t>tmmx (max temp)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2m_temperature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direct (daily maximum)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C2119"/>
                          </a:solidFill>
                          <a:latin typeface="Calibri"/>
                        </a:rPr>
                        <a:t>tmmn (min temp)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2m_temperature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direct (daily minimum)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C2119"/>
                          </a:solidFill>
                          <a:latin typeface="Calibri"/>
                        </a:rPr>
                        <a:t>pr (precipitation)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total_precipitation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direct (daily sum, m → mm)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C2119"/>
                          </a:solidFill>
                          <a:latin typeface="Calibri"/>
                        </a:rPr>
                        <a:t>srad (solar radiation)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surface_solar_radiation_downwards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direct (daily mean, J/m² → W/m²)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C2119"/>
                          </a:solidFill>
                          <a:latin typeface="Calibri"/>
                        </a:rPr>
                        <a:t>vpd (vapor pressure deficit)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2m_temperature + 2m_dewpoint_temperature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derived, FAO-56 Penman-Monteith formula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C2119"/>
                          </a:solidFill>
                          <a:latin typeface="Calibri"/>
                        </a:rPr>
                        <a:t>sph (specific humidity)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2m_dewpoint_temperature + surface_pressure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derived</a:t>
                      </a:r>
                    </a:p>
                  </a:txBody>
                  <a:tcPr marT="38100" marB="38100">
                    <a:solidFill>
                      <a:srgbClr val="F5F6F1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C2119"/>
                          </a:solidFill>
                          <a:latin typeface="Calibri"/>
                        </a:rPr>
                        <a:t>vs (wind speed)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10m u- and v-wind components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C2119"/>
                          </a:solidFill>
                          <a:latin typeface="Calibri"/>
                        </a:rPr>
                        <a:t>magnitude of daily-mean vector</a:t>
                      </a:r>
                    </a:p>
                  </a:txBody>
                  <a:tcPr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Every mapping and unit conversion was verified against real downloaded values first, not assumed from documentation.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DATA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Plugging ERA5 into the Existing Pipeline,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789920" cy="4864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6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ERA5 daily values are aligned to each LAI 8-day composite window using the exact same windowed-mean convention our gridMET pipeline already uses — not a naive calendar-week average.</a:t>
            </a:r>
          </a:p>
          <a:p>
            <a:pPr>
              <a:lnSpc>
                <a:spcPct val="106000"/>
              </a:lnSpc>
              <a:spcAft>
                <a:spcPts val="16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The core Chronos-2 input-building and zero-shot prediction code required zero changes — only a new ERA5 data-preparation adapter was added.</a:t>
            </a:r>
          </a:p>
          <a:p>
            <a:pPr>
              <a:lnSpc>
                <a:spcPct val="106000"/>
              </a:lnSpc>
              <a:spcAft>
                <a:spcPts val="16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This keeps ERA5-based results directly comparable to our existing gridMET results, and keeps the design open to future meteorological sources (e.g., Earth System Model output).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ERA5 is a drop-in replacement for gridMET at the input layer — the model and evaluation code are untouched.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GLOBAL EXPERIMENT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45 Representative Non-U.S. Pixels Selected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789920" cy="21031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Selected from the global ESA CCI Plant Functional Type (PFT) product (300m, true global coverage) — not the CONUS-only copy used in prior experiments.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Chosen by farthest-point sampling in PFT-composition space, combined with a minimum 800km geographic separation — not hand-picked or random similar sites.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00">
                <a:solidFill>
                  <a:srgbClr val="2F6F5E"/>
                </a:solidFill>
                <a:latin typeface="Calibri"/>
              </a:rPr>
              <a:t>▪  </a:t>
            </a:r>
            <a:r>
              <a:rPr sz="1600">
                <a:solidFill>
                  <a:srgbClr val="1C2119"/>
                </a:solidFill>
                <a:latin typeface="Calibri"/>
              </a:rPr>
              <a:t>The continental U.S., Alaska, and Hawaii are explicitly excluded.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474720"/>
            <a:ext cx="2514600" cy="1051560"/>
          </a:xfrm>
          <a:prstGeom prst="roundRect">
            <a:avLst>
              <a:gd name="adj" fmla="val 12000"/>
            </a:avLst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584448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E4A33"/>
                </a:solidFill>
                <a:latin typeface="Calibri"/>
              </a:rPr>
              <a:t>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096512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C6355"/>
                </a:solidFill>
                <a:latin typeface="Calibri"/>
              </a:rPr>
              <a:t>non-U.S. pixels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3474720"/>
            <a:ext cx="2514600" cy="1051560"/>
          </a:xfrm>
          <a:prstGeom prst="roundRect">
            <a:avLst>
              <a:gd name="adj" fmla="val 12000"/>
            </a:avLst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3584448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E4A33"/>
                </a:solidFill>
                <a:latin typeface="Calibri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4096512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C6355"/>
                </a:solidFill>
                <a:latin typeface="Calibri"/>
              </a:rPr>
              <a:t>PFT classes represented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3474720"/>
            <a:ext cx="2514600" cy="1051560"/>
          </a:xfrm>
          <a:prstGeom prst="roundRect">
            <a:avLst>
              <a:gd name="adj" fmla="val 12000"/>
            </a:avLst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3584448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E4A33"/>
                </a:solidFill>
                <a:latin typeface="Calibri"/>
              </a:rP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4096512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C6355"/>
                </a:solidFill>
                <a:latin typeface="Calibri"/>
              </a:rPr>
              <a:t>world regions covered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3474720"/>
            <a:ext cx="2514600" cy="1051560"/>
          </a:xfrm>
          <a:prstGeom prst="roundRect">
            <a:avLst>
              <a:gd name="adj" fmla="val 12000"/>
            </a:avLst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20" y="3584448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E4A33"/>
                </a:solidFill>
                <a:latin typeface="Calibri"/>
              </a:rPr>
              <a:t>0.44–1.00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4096512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C6355"/>
                </a:solidFill>
                <a:latin typeface="Calibri"/>
              </a:rPr>
              <a:t>PFT purity range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75488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C6355"/>
                </a:solidFill>
                <a:latin typeface="Calibri"/>
              </a:rPr>
              <a:t>Top regions: Siberia/Boreal Eurasia (9), Canada (5), East Asia (4), Amazon (3), Western Europe (3), East Africa/Sahel (2), Central/Southern Africa (2)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Coverage spans forests, grasslands, and shrublands across every inhabited continent.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CURRENT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ERA5 Download In Progress — Working Through CDS Constraints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789920" cy="4864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Currently validating the ERA5 pipeline on an existing CONUS pixel before scaling to the 45 global pixels, to catch any unit or alignment errors early.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The Copernicus Climate Data Store (CDS) imposes two hard, undocumented limits found through direct testing: only one request in flight per account at a time, and a tight per-request size cap (effectively one variable, one year, per request).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Per-request queue wait time varies widely (minutes to tens of minutes) and is controlled entirely by CDS, not by us.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This week also included a multi-hour, account-wide CDS service outage — confirmed by testing unrelated requests and cross-checking the ECMWF community forum — independent of our pipeline.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550">
                <a:solidFill>
                  <a:srgbClr val="2F6F5E"/>
                </a:solidFill>
                <a:latin typeface="Calibri"/>
              </a:rPr>
              <a:t>▪  </a:t>
            </a:r>
            <a:r>
              <a:rPr sz="1550">
                <a:solidFill>
                  <a:srgbClr val="1C2119"/>
                </a:solidFill>
                <a:latin typeface="Calibri"/>
              </a:rPr>
              <a:t>The download is fully resumable: every (variable, year, location) combination is cached individually, so no progress is ever lost across interruptions.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The bottleneck is CDS's own queue and rate limits, not our pipeline — the resumable design keeps making steady progress regardless.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STATUS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What's Done, What's Still Running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5410047" cy="457200"/>
          </a:xfrm>
          <a:prstGeom prst="roundRect">
            <a:avLst>
              <a:gd name="adj" fmla="val 12000"/>
            </a:avLst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541004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COMPLETED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5410047" cy="3474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>
                <a:solidFill>
                  <a:srgbClr val="2F6F5E"/>
                </a:solidFill>
                <a:latin typeface="Calibri"/>
              </a:rPr>
              <a:t>▪  </a:t>
            </a:r>
            <a:r>
              <a:rPr sz="1500">
                <a:solidFill>
                  <a:srgbClr val="1C2119"/>
                </a:solidFill>
                <a:latin typeface="Calibri"/>
              </a:rPr>
              <a:t>ERA5 variable mapping and unit conversions (verified empirically)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>
                <a:solidFill>
                  <a:srgbClr val="2F6F5E"/>
                </a:solidFill>
                <a:latin typeface="Calibri"/>
              </a:rPr>
              <a:t>▪  </a:t>
            </a:r>
            <a:r>
              <a:rPr sz="1500">
                <a:solidFill>
                  <a:srgbClr val="1C2119"/>
                </a:solidFill>
                <a:latin typeface="Calibri"/>
              </a:rPr>
              <a:t>ERA5-to-LAI temporal alignment logic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>
                <a:solidFill>
                  <a:srgbClr val="2F6F5E"/>
                </a:solidFill>
                <a:latin typeface="Calibri"/>
              </a:rPr>
              <a:t>▪  </a:t>
            </a:r>
            <a:r>
              <a:rPr sz="1500">
                <a:solidFill>
                  <a:srgbClr val="1C2119"/>
                </a:solidFill>
                <a:latin typeface="Calibri"/>
              </a:rPr>
              <a:t>Chronos-2 integration (reuses the existing pipeline unchanged)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>
                <a:solidFill>
                  <a:srgbClr val="2F6F5E"/>
                </a:solidFill>
                <a:latin typeface="Calibri"/>
              </a:rPr>
              <a:t>▪  </a:t>
            </a:r>
            <a:r>
              <a:rPr sz="1500">
                <a:solidFill>
                  <a:srgbClr val="1C2119"/>
                </a:solidFill>
                <a:latin typeface="Calibri"/>
              </a:rPr>
              <a:t>Global non-U.S. pixel selection (45 pixels)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143000"/>
            <a:ext cx="5410047" cy="457200"/>
          </a:xfrm>
          <a:prstGeom prst="roundRect">
            <a:avLst>
              <a:gd name="adj" fmla="val 12000"/>
            </a:avLst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8727" y="1143000"/>
            <a:ext cx="541004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STILL IN 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737360"/>
            <a:ext cx="5410047" cy="3474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>
                <a:solidFill>
                  <a:srgbClr val="B5651D"/>
                </a:solidFill>
                <a:latin typeface="Calibri"/>
              </a:rPr>
              <a:t>▪  </a:t>
            </a:r>
            <a:r>
              <a:rPr sz="1500">
                <a:solidFill>
                  <a:srgbClr val="1C2119"/>
                </a:solidFill>
                <a:latin typeface="Calibri"/>
              </a:rPr>
              <a:t>ERA5 download for the pipeline validation pixel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>
                <a:solidFill>
                  <a:srgbClr val="B5651D"/>
                </a:solidFill>
                <a:latin typeface="Calibri"/>
              </a:rPr>
              <a:t>▪  </a:t>
            </a:r>
            <a:r>
              <a:rPr sz="1500">
                <a:solidFill>
                  <a:srgbClr val="1C2119"/>
                </a:solidFill>
                <a:latin typeface="Calibri"/>
              </a:rPr>
              <a:t>Full 45-pixel global ERA5 download (not yet started)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500">
                <a:solidFill>
                  <a:srgbClr val="B5651D"/>
                </a:solidFill>
                <a:latin typeface="Calibri"/>
              </a:rPr>
              <a:t>▪  </a:t>
            </a:r>
            <a:r>
              <a:rPr sz="1500">
                <a:solidFill>
                  <a:srgbClr val="1C2119"/>
                </a:solidFill>
                <a:latin typeface="Calibri"/>
              </a:rPr>
              <a:t>Global zero-shot Chronos-2 evaluation (blocked on the download above)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Data preparation is essentially complete — the remaining work is waiting on CDS downloads, not new design or engineering.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5E"/>
                </a:solidFill>
                <a:latin typeface="Calibr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C2119"/>
                </a:solidFill>
                <a:latin typeface="Calibri"/>
              </a:rPr>
              <a:t>From Data Preparation to Global Experiments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61872"/>
            <a:ext cx="914400" cy="38100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51615" y="3840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B9382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789920" cy="4864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>
              <a:lnSpc>
                <a:spcPct val="106000"/>
              </a:lnSpc>
              <a:spcAft>
                <a:spcPts val="16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Finish the ERA5 download for the validation pixel and compare zero-shot Chronos-2 results against the existing gridMET baseline.</a:t>
            </a:r>
          </a:p>
          <a:p>
            <a:pPr>
              <a:lnSpc>
                <a:spcPct val="106000"/>
              </a:lnSpc>
              <a:spcAft>
                <a:spcPts val="16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Once validated, launch the ERA5 download for the full 45-pixel global set.</a:t>
            </a:r>
          </a:p>
          <a:p>
            <a:pPr>
              <a:lnSpc>
                <a:spcPct val="106000"/>
              </a:lnSpc>
              <a:spcAft>
                <a:spcPts val="16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Run zero-shot Chronos-2 across all 45 pixels and analyze results by vegetation type, climate regime, and region.</a:t>
            </a:r>
          </a:p>
          <a:p>
            <a:pPr>
              <a:lnSpc>
                <a:spcPct val="106000"/>
              </a:lnSpc>
              <a:spcAft>
                <a:spcPts val="1600"/>
              </a:spcAft>
            </a:pPr>
            <a:r>
              <a:rPr sz="1700">
                <a:solidFill>
                  <a:srgbClr val="2F6F5E"/>
                </a:solidFill>
                <a:latin typeface="Calibri"/>
              </a:rPr>
              <a:t>▪  </a:t>
            </a:r>
            <a:r>
              <a:rPr sz="1700">
                <a:solidFill>
                  <a:srgbClr val="1C2119"/>
                </a:solidFill>
                <a:latin typeface="Calibri"/>
              </a:rPr>
              <a:t>Compare global (ERA5) generalization performance against our existing U.S. (gridMET) results.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E7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44768"/>
            <a:ext cx="109728" cy="713232"/>
          </a:xfrm>
          <a:prstGeom prst="rect">
            <a:avLst/>
          </a:prstGeom>
          <a:solidFill>
            <a:srgbClr val="2F6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687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4A33"/>
                </a:solidFill>
                <a:latin typeface="Calibri"/>
              </a:rPr>
              <a:t>TAKEAWAY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6144768"/>
            <a:ext cx="1036289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4A33"/>
                </a:solidFill>
                <a:latin typeface="Calibri"/>
              </a:rPr>
              <a:t>Next week's goal: move from data preparation into running and analyzing the global Chronos-2 experiment itself.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