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Vegetation LAI Forecasting: Comprehensive Research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SCOPE: AUGUST 13 – AUGUST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789920" cy="3291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Rolling-origin LOYO-CV, predictor sensitivity, and validation-based LoRA fine-tuning (8/13)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2012 leakage diagnostic — does seeing the drought year in training explain the LOYO-CV failure? (8/14)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PFT-aware spatial transfer and cross-location drought training for Georgia's 2012 drought (8/17)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Advanced PEFT fine-tuning: 6 methods vs. zero-shot Chronos-2 (8/25)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PFT architecture investigation: InstanceNorm erasure → FiLM conditioning → multi-pixel study → the decisive shuffled-PFT control (8/26–8/27)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Same 3 core pixels, same model set, and raw-observation scoring underlie every study below.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Shared Setup Across All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8585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6907"/>
                <a:gridCol w="3579473"/>
                <a:gridCol w="3579473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Pixel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Land cover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low_amplitude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37.53°N, 117.56°W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Natural grassland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high_amplitude_deciduous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36.23°N, 84.47°W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Broadleaf deciduous forest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evergreen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30.53°N, 82.43°W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Needleleaf evergreen forest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834640"/>
            <a:ext cx="11185855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8 AELSTM-family models: AELSTM, BiLSTM, LSTM, GRU, RNN, CNN, RF, SVM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Chronos-2 (zero-shot and fine-tuned), using historical LAI + historical climate + known future climate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7 gridMET predictors: tmmx, tmmn, pr, srad, vpd, sph, vs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Baseline protocol: train 2000–2021, test 2022, scored against raw observed LAI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All 6 studies below build on this identical foundation — differences are isolated to what's being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Rolling-Origin LOYO-CV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Is a single 2022 test year enough to trust a model comparison?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1 · LOYO-CV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Design: 11 Folds, Fixed 12-Year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2022 turned out not to be an anomalous year at any of the 3 pixels — a single fixed test year gives no evidence about how models behave when a real anomaly occurs.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Fixed 12-year training window immediately before each held-out year (not classic all-other-years LOYO, not an expanding window) — isolates genuine year-to-year difficulty from training-set-size effects.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2000–2011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2012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2001–2012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2013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...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...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971800"/>
            <a:ext cx="2514600" cy="82296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train 2010–2021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 2022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fold 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11 folds (2012–2022) × same 10 methods × same 3 pixels, scored against raw observed LAI.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1 · LOYO-CV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Findings: Stability, Reliable Models, and Two Outlier Folds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high_amplitude_deciduous: all 10 methods score R² 0.89–0.99 across 11 years — stable regardless of method. low_amplitude and evergreen show a much wider spread, each with a severe outlier fold.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RF (mean rank 3.39) and Chronos-2 zero-shot (3.70) are top-3 on ~6 of every 10 folds and rarely worst — the most dependable models across all 33 folds. LoRA fine-tuning is the single most volatile method; AELSTM and CNN are the least reliable overall.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50">
                <a:solidFill>
                  <a:srgbClr val="2F6F5E"/>
                </a:solidFill>
                <a:latin typeface="Calibri"/>
              </a:rPr>
              <a:t>▪  </a:t>
            </a:r>
            <a:r>
              <a:rPr sz="1650">
                <a:solidFill>
                  <a:srgbClr val="1C2119"/>
                </a:solidFill>
                <a:latin typeface="Calibri"/>
              </a:rPr>
              <a:t>Two outlier folds, two different causes: evergreen/2012 (z=−3.0) is a real, sustained drought; low_amplitude/2018 (z=−2.9) is not a climate anomaly at all, just an erratic year at an already low-signal pixel. No year was difficult at all 3 pixels simultaneously.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A fixed 2022-only test could never have revealed either failure mode — report medians alongside means.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2012 Leakage Diagnostic — Distribution Shift or Model Limitation?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85855" cy="685800"/>
          </a:xfrm>
          <a:prstGeom prst="rect">
            <a:avLst/>
          </a:prstGeom>
          <a:solidFill>
            <a:srgbClr val="E7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829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1">
                <a:solidFill>
                  <a:srgbClr val="3A6EA5"/>
                </a:solidFill>
                <a:latin typeface="Calibri"/>
              </a:rPr>
              <a:t>Question: "What happens if you predict 2012 LAI using a model that has already seen 2012 during training?"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1185855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AELSTM-family (8 models, full refit): mean RMSE ↓ ~46%, mean R² ↑ +5.17 once 2012 is included in fitting — consistent across very different architectures. RF recovers the most (R²=+0.59, the only model to cross into positive territory); the other 7 improve substantially but stay negative.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Chronos-2 (LoRA, the only way to let it "see" 2012): RMSE ↓ 59.9%, R² −8.29 → −0.50, Pearson r 0.13 → 0.65, ACC −0.63 → 0.88 — the same large-recovery-but-still-short-of-good-fit pattern.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Answer: the dominant cause is distribution shift (2012 was a real drought unlike anything in the training history) — but model-specific limitations still remain, since most models stay negative even after seeing 2012.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Distribution shift explains most, but not all, of the original LOYO-CV failure at evergreen/2012.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Predictor Sensitivity: Design and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Design: leave-one-predictor-out (7 configs) + 4 grouped ablations (selection rule fixed before Phase 1 ran) — a small, pre-registered design instead of an intractable 2⁷=128-subset search.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Predictor importance is model- and pixel-specific: the same removal helps one model and hurts another at the same pixel; high_amplitude_deciduous is largely insensitive to any single predictor.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srad (solar radiation) is the only predictor that helps at all 3 pixels — the single most consistently important variable. Temperature is critical at low_amplitude but unimportant elsewhere.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Dropping the 2 least-important predictors (vs, pr) improves mean R² at all 3 pixels simultaneously — a leaner 5-predictor set (tmmx, tmmn, srad, vpd, sph) is a validated, better default.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No single predictor-importance ranking applies universally — but srad is consistently valuable, vs/pr are redundant.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Improved LoRA Fine-Tuning: Validation Recovers Most of the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original fine-tune had no safety net: fit() was called without validation_inputs, trained a fixed 1000 steps, and kept whatever weights existed at that instant — no way to detect overfitting.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514600"/>
          <a:ext cx="1118585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190"/>
                <a:gridCol w="2460888"/>
                <a:gridCol w="2460888"/>
                <a:gridCol w="2460888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Pixel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Original LoRA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Improved LoRA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low_amplitude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0.379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high_amplitude_deciduous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0.965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0.942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evergreen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0.832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0.712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0.829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023360"/>
            <a:ext cx="11185855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Chronological validation (2020 &amp; 2021 folds, 2022 untouched) + a small search (lr × rank) with early stopping: gap to zero-shot shrinks from −0.163 to −0.042 at low_amplitude, and −0.120 to −0.003 at evergreen — but improved LoRA still does not outright beat zero-shot on any of the 3 pixels.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Most of the original degradation was a training-setup artifact, not fundamental to LoRA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PFT-Aware Spatial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Can other drought-affected locations help predict Georgia's 2012 drought?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4 · SPATIAL TRANSFER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First Attempt: PFT-Match Alone Wasn't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10 needleleaf-evergreen pixels (same PFT as Georgia, fraction ≥70%) selected across 9 US regions — but checking each candidate's 2000–2011 climatology against actual 2012 LAI showed only 2 of 9 carried a real drought anomaly in the same direction as Georgia.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Refined design: A. Local (Georgia 2000–2011 only), B. Single-source (best matched pixel), C. Multi-source (5 pixels: 2 informative + 3 diverse), D. Diagnostic reference (Georgia's own 2012, leaked).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Mean R²: A = −6.56, B = −2.98, C = −1.18, D (leaked reference) = −1.39 — C (no Georgia 2012 data at all) performs essentially as well as D (Georgia's own 2012 leaked into training).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Select source pixels by evidence of the actual anomaly, not by vegetation-type label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4 · REFINED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Refined: Cross-Location Drought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8585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/>
                <a:gridCol w="2796463"/>
                <a:gridCol w="2796463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RMSE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119"/>
                          </a:solidFill>
                          <a:latin typeface="Calibri"/>
                        </a:rPr>
                        <a:t>A. Local baseline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-6.56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1.58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119"/>
                          </a:solidFill>
                          <a:latin typeface="Calibri"/>
                        </a:rPr>
                        <a:t>B. Single source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-2.31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2119"/>
                          </a:solidFill>
                          <a:latin typeface="Calibri"/>
                        </a:rPr>
                        <a:t>C. Multi-source (5)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-2.32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2119"/>
                          </a:solidFill>
                          <a:latin typeface="Calibri"/>
                        </a:rPr>
                        <a:t>1.05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697480"/>
            <a:ext cx="11185855" cy="2560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Selection changed from PFT-label-first to drought-evidence-first: rank candidates by their own 2012 anomaly strength (mean z-score, peak-LAI reduction), with PFT kept only as a constraint — found source pixels with a 5–10x stronger 2012 anomaly than the earlier PFT-only screen's best.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Both B and C cut the local baseline's damage dramatically, without ever using Georgia's own 2012 data.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Secondary analysis — number of source pixels (N=1,2,3,5,10): R² = −2.31, −4.00, −2.78, −2.32, −3.27 — not monotonic. Pooling all 10 candidates performs worse than a well-chosen 5.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Selecting genuinely informative source pixels matters more than simply increasing pixel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Advanced PEFT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Can a more advanced fine-tuning strategy beat zero-shot Chronos-2?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5 · ADVANCED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Six PEFT Methods vs. Zero-Shot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r2_by_pixel_all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39641"/>
            <a:ext cx="11185855" cy="335575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DoRA, VeRA, IA3, LN-Tuning, BitFit, partial-last-block — literature-grounded, mechanistically diverse methods.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5 · ADVANCED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No Method Beats Zero-Shot; Capacity Doesn't Predict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43000"/>
          <a:ext cx="1118585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9473"/>
                <a:gridCol w="2013453"/>
                <a:gridCol w="2460888"/>
                <a:gridCol w="3132039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Params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R²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vs. Zero-shot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Zero-shot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0.780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E7F0E6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IA3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74K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Partial (last block)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13.1M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-0.014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DoRA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-0.019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BitFit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8.4K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0.683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-0.097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C2119"/>
                          </a:solidFill>
                          <a:latin typeface="Calibri"/>
                        </a:rPr>
                        <a:t>Original LoRA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0.681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2119"/>
                          </a:solidFill>
                          <a:latin typeface="Calibri"/>
                        </a:rPr>
                        <a:t>-0.099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94760"/>
            <a:ext cx="11185855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Trainable parameter count does not predict performance: IA3 (74K params) beats partial fine-tuning (13.1M params); BitFit (8.4K, smallest) is the worst performer overall.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50">
                <a:solidFill>
                  <a:srgbClr val="2F6F5E"/>
                </a:solidFill>
                <a:latin typeface="Calibri"/>
              </a:rPr>
              <a:t>▪  </a:t>
            </a:r>
            <a:r>
              <a:rPr sz="1450">
                <a:solidFill>
                  <a:srgbClr val="1C2119"/>
                </a:solidFill>
                <a:latin typeface="Calibri"/>
              </a:rPr>
              <a:t>BitFit's winning config had the BEST validation loss of all 24 evergreen configs, yet the WORST test R² — a genuine failure mode, not classic overfitting (train/val curves looked normal).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Zero-shot Chronos-2 is already a strong baseline — no PEFT method beat it on this dataset.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PFT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E0ECE6"/>
                </a:solidFill>
                <a:latin typeface="Calibri"/>
              </a:rPr>
              <a:t>Does vegetation-composition information improve Chronos-2's LAI forecasts?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6 · PFT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Diagnosis: Chronos-2 Was Architecturally Blind to Static PFT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5C6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PFT = 0.65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(constant every step)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4173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InstanceNorm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(per-series, std=0)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417320"/>
            <a:ext cx="2377440" cy="685800"/>
          </a:xfrm>
          <a:prstGeom prst="roundRect">
            <a:avLst>
              <a:gd name="adj" fmla="val 12000"/>
            </a:avLst>
          </a:prstGeom>
          <a:solidFill>
            <a:srgbClr val="1E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→ [0, 0, 0, ...]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signal erased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176022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35040" y="1760220"/>
            <a:ext cx="502920" cy="0"/>
          </a:xfrm>
          <a:prstGeom prst="line">
            <a:avLst/>
          </a:prstGeom>
          <a:ln w="31750">
            <a:solidFill>
              <a:srgbClr val="8B9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2468880"/>
            <a:ext cx="11185855" cy="2286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Verified empirically: perturbing PFT across 5 synthetic compositions changed the prediction by exactly 0.00000000 — not a small effect, zero.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Fix: a small trainable FiLM-conditioning module (~12.6K–100.5K params, 0.01–0.08% of the model) injects PFT directly into the model's internal representation, bypassing InstanceNorm entirely — the 119.5M-parameter base model stays completely frozen.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Confirmed working: a smoke test showed a large, structured response to synthetic PFT perturbation.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This was a representation problem, not evidence that PFT is biologically irrelevant.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6 · PFT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Multi-Pixel Study: Overfitting, Even With 4x More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overfitt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12" y="1143000"/>
            <a:ext cx="8971471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70 PFT-diverse pixels pooled; 3 of 4 conditioning architectures still overfit within one training step.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/>
              </a:rPr>
              <a:t>Key Finding: Real PFT ≈ Shuffled PFT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18</a:t>
            </a:r>
          </a:p>
        </p:txBody>
      </p:sp>
      <p:pic>
        <p:nvPicPr>
          <p:cNvPr id="5" name="Picture 4" descr="real_vs_shuffl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957" y="1143000"/>
            <a:ext cx="7383780" cy="48188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FB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5651D"/>
                </a:solidFill>
                <a:latin typeface="Calibri"/>
              </a:rPr>
              <a:t>TAKEAWAY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5651D"/>
                </a:solidFill>
                <a:latin typeface="Calibri"/>
              </a:rPr>
              <a:t>A model trained on randomly shuffled PFT performs just as well as one trained on real PFT — p=0.245, not significant.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PART 6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What This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0607040" cy="822960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E4A33"/>
                </a:solidFill>
                <a:latin typeface="Calibri"/>
              </a:rPr>
              <a:t>No PFT  ≈  Real PFT  ≈  Shuffled PFT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1185855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small ΔR² most likely comes from adding trainable conditioning capacity itself, not from the biological information the PFT vector carries.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Mixed-vs-pure entropy, seasonal-phase RMSE, and per-dominant-PFT-class breakdowns all reach the same conclusion once compared against the shuffled control.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Precise conclusion (not "PFT is useless"): under the current Chronos-2 + LAI setup and available dataset, explicit PFT information does not provide a measurable, generalizable predictive benefit beyond a shuffled-PFT control.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This is a hypothesis about the current setup and data scale, not a claim of a theoretical ceiling.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Cross-Cutting Synthesis: Two Threads, One Observation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185855" cy="3108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Fine-tuning thread: LOYO-CV showed Chronos-2 zero-shot is among the most consistently strong models across 33 folds; the improved-LoRA study and the 6-method advanced PEFT comparison both found no fine-tuning strategy consistently beats zero-shot, regardless of trainable parameter count.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PFT thread: the architecture was fixed so it CAN receive PFT information, and can express a strong response to it — but a properly validated model, and the shuffled-PFT control specifically, found no evidence it learns anything real from it under the current data scale.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Both threads converge on the same empirical pattern: zero-shot Chronos-2 is difficult to improve on this dataset with relatively small amounts of gradient-trained adaptation — whether the adaptation targets general fine-tuning or PFT-specific conditioning.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An empirical observation about this dataset/setup, not evidence of a theoretical performance ceiling.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Overall Conclusions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What We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1115568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Rolling-origin LOYO-CV is essential — single-year evaluation misses failure modes entirely (RF and Chronos-2 zero-shot are the most consistently strong models across 33 folds).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Source-pixel quality (evidence of the actual phenomenon) matters more than PFT-label match or pixel count for spatial transfer.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Across every fine-tuning method tested and the PFT-conditioning architecture, zero-shot Chronos-2 has been difficult to consistently improve on with the data and methods tried so far.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4A33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1115568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Extend LOYO-CV / predictor ablation to the remaining selected pixels; adopt the leaner 5-predictor set.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Test PFT with AELSTM-family models, which showed greater (if noisier) sensitivity to explicit PFT.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Revisit Chronos-2 adaptation (fine-tuning and PFT alike) if substantially more training data or stronger supervision becomes available.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Full detail for every study lives in its own report/deck — this deck is the cross-study summary.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