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Zero-Shot Chronos-2 for LAI Forecasting: From CONUS to the Globe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LAB MEETING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78992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Part 1: gridMET zero-shot generalization, expanded to a 32-pixel purity-filtered CONUS subset.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Part 2: does the same zero-shot pattern hold outside the U.S.? 70 pixels spanning 14 world regions, cloud ERA5 climate + MODIS LAI ground truth (no CONUS pixels, no gridMET).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9"/>
                </a:solidFill>
                <a:latin typeface="Calibri"/>
              </a:rPr>
              <a:t>Chronos-2 used strictly zero-shot throughout both parts: no training or fine-tuning.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Part 1 asks whether the original result was cherry-picked within CONUS; Part 2 asks whether it holds at all outside CONUS.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Motivation &amp;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3017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Prior work established strong zero-shot Chronos-2 LAI forecasting on 3 hand-picked CONUS pixels using gridMET — the open question was whether that result generalizes.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Part 1 asks: does the result hold across a larger, independently-selected, diverse CONUS pixel pool — not just 3 favorable locations?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Part 2 asks a harder, independent question: does the result hold at all OUTSIDE the U.S., on a genuinely global pixel pool, using a global climate source (ERA5) and a global LAI product (MODIS) instead of gridMET/HiQ-LAI (both CONUS-only)?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4340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453128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70 →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65192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Part 1: purity-filtered CONUS subset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34340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453128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965192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Part 2: non-CONUS global pixels, 14 regions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343400"/>
            <a:ext cx="34290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453128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Zero-shot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965192"/>
            <a:ext cx="3429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no training/fine-tuning in either part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Part 1 tests robustness to pixel choice within CONUS; Part 2 tests robustness to geography, climate source, and LAI source all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EXPERIMENT 1 — GRIDMET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Experiment 1: Design &amp; Pixel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11480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Starting pool: 70 CONUS pixels, farthest-point-sampled across an 8-class vegetation-composition space, spanning 9 U.S. regions (already used for the full 70-pixel gridMET study).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This experiment isolates the 32 pixels with PFT purity ≥ 0.75 — the "clearly one vegetation type" subset, a harder bar than the full mixed-composition pool.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Protocol: context = 2000–2021 (~1,000 8-day LAI composites), forecast = all steps of 2022, zero-shot Chronos-2, scored against raw observed LAI.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No new downloads — this study reuses gridMET/HiQ-LAI data already available locally.</a:t>
            </a:r>
          </a:p>
        </p:txBody>
      </p:sp>
      <p:pic>
        <p:nvPicPr>
          <p:cNvPr id="7" name="Picture 6" descr="map_32pixel_co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20538"/>
            <a:ext cx="6492240" cy="31426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32 pixels, 8 vegetation classes, 9 regions — purity ≥ 0.75 isolates the "unambiguous vegetation type"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EXPERIMENT 1 — GRIDMET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Experiment 1: Results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0.865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median 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1430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22/32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pixels with R² ≥ 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1430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0.894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mean Pearson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114300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1/32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pixels with R² &lt; 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560320"/>
          <a:ext cx="1118585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1789736"/>
                <a:gridCol w="1789736"/>
                <a:gridCol w="1789736"/>
                <a:gridCol w="1789736"/>
                <a:gridCol w="1789736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0.215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0.213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0.127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0.485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0.160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0.426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0.757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0.865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0.281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-0.348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0.973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Pearson_r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0.894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0.142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4709160"/>
            <a:ext cx="10789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Only 1/32 pixels scores R² &lt; 0 (px047_grass_nat, R²=-0.348) — a near-flat, low-amplitude grassland series, the same signal-to-noise failure mode already diagnosed in prior LOYO-CV work, not a new problem.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Median R²=0.865 across 32 diverse, purity-filtered pixels — the earlier 3-pixel result was not cherry-picked.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EXPERIMENT 1 — GRIDMET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Experiment 1: Performance by Pixel and Vegetation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exp1_r2_by_pixel_and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9820"/>
            <a:ext cx="11185855" cy="45909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Tree/shrub-evergreen classes are most consistently strong; grassland and deciduous-shrub classes show the widest spread — driven by a handful of low-amplitude pixels, not the vegetation type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2 — NON-CONUS GLOBAL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2: Global ERA5 + MODIS Dataset &amp;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C6355"/>
                </a:solidFill>
                <a:latin typeface="Calibri"/>
              </a:rPr>
              <a:t>Climate: 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2119"/>
                </a:solidFill>
                <a:latin typeface="Calibri"/>
              </a:rPr>
              <a:t>Google ARCO-ERA5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 (cloud Zarr, 0.25°, same pipeline validated for the CONUS study — see next slide).  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C6355"/>
                </a:solidFill>
                <a:latin typeface="Calibri"/>
              </a:rPr>
              <a:t>LAI: </a:t>
            </a:r>
          </a:p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2119"/>
                </a:solidFill>
                <a:latin typeface="Calibri"/>
              </a:rPr>
              <a:t>MODIS MOD15A2H.061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 (NEW — gridMET/HiQ-LAI is CONUS-only), fetched via NASA's AppEEARS point API.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5854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4698059"/>
                <a:gridCol w="3355756"/>
              </a:tblGrid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Chronos-2 variable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ERA5 source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it's obtained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C2119"/>
                          </a:solidFill>
                          <a:latin typeface="Calibri"/>
                        </a:rPr>
                        <a:t>tmmx (max temp)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2m_temperature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direct (daily maximum)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C2119"/>
                          </a:solidFill>
                          <a:latin typeface="Calibri"/>
                        </a:rPr>
                        <a:t>tmmn (min temp)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2m_temperature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direct (daily minimum)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C2119"/>
                          </a:solidFill>
                          <a:latin typeface="Calibri"/>
                        </a:rPr>
                        <a:t>pr (precipitation)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total_precipitation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direct (daily sum, m → mm)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C2119"/>
                          </a:solidFill>
                          <a:latin typeface="Calibri"/>
                        </a:rPr>
                        <a:t>srad (solar radiation)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surface_solar_radiation_downwards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direct (daily mean, J/m² → W/m²)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C2119"/>
                          </a:solidFill>
                          <a:latin typeface="Calibri"/>
                        </a:rPr>
                        <a:t>vpd, sph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2m_temperature, dewpoint, surface_pressure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derived (FAO-56 Penman-Monteith)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 algn="l"/>
                      <a:r>
                        <a:rPr sz="1130" b="1">
                          <a:solidFill>
                            <a:srgbClr val="1C2119"/>
                          </a:solidFill>
                          <a:latin typeface="Calibri"/>
                        </a:rPr>
                        <a:t>vs (wind speed)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10m u/v-wind components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30" b="0">
                          <a:solidFill>
                            <a:srgbClr val="1C2119"/>
                          </a:solidFill>
                          <a:latin typeface="Calibri"/>
                        </a:rPr>
                        <a:t>magnitude of daily-mean vector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1480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2F6F5E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LAI: MOD15A2H.061 Lai_500m, 8-day, 500m, Terra-only (covers 2000 onward, unlike the Terra+Aqua combined product which only starts mid-2002) — QC-filtered to MODLAND-good-quality retrievals only (68.1% of pixel-dates kept; the rest are dropped, not interpolated over).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2F6F5E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Unlike the CONUS study's uniform ~1,000-step context, MODIS data gaps mean context length now varies by pixel (202–1,002 steps, median 696) — reported per-pixel, not hidden.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Same validated ERA5 pipeline; the new piece is a genuinely global LAI source (MODIS via AppEEARS) to replace CONUS-only gridMET/HiQ-LAI.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2 — NON-CONUS GLOBAL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2: Global Pixel Selection &amp; 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70 pixels selected by farthest-point sampling in vegetation-composition space over the global ESA CCI PFT product (same methodology as the CONUS pool, extended to a genuinely global, non-CONUS candidate set) — 10 vegetation classes, 14 world regions, purity 0.44–1.00.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68/70 had enough usable LAI to run (2 excluded: one high-Arctic pixel with persistent polar night/ice, one Southeast Asia pixel with persistent monsoon cloud cover — both known MODIS limitations).</a:t>
            </a:r>
          </a:p>
        </p:txBody>
      </p:sp>
      <p:pic>
        <p:nvPicPr>
          <p:cNvPr id="7" name="Picture 6" descr="global7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172" y="2834640"/>
            <a:ext cx="7405351" cy="31272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Protocol otherwise identical to Part 1: context = 2000–2021 (as available), forecast = 2022, zero-shot Chronos-2, no CONUS pixels.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VALIDATION BEHIND BOTH PARTS' ERA5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ERA5 Equivalence: CDS vs. Cloud, Visualized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6355"/>
                </a:solidFill>
                <a:latin typeface="Calibri"/>
              </a:rPr>
              <a:t>Same evergreen pixel, 2021–2022 — actual daily values, not just a correlation coefficient:</a:t>
            </a:r>
          </a:p>
        </p:txBody>
      </p:sp>
      <p:pic>
        <p:nvPicPr>
          <p:cNvPr id="7" name="Picture 6" descr="cds_vs_cloud_era5_timeserie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04" y="1554480"/>
            <a:ext cx="7303487" cy="44074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The two sources are visually near-indistinguishable for 6 of 7 variables; precipitation shows the one real, diagnosed discrepancy (convective-event spikes).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2 — NON-CONUS GLOBAL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2: Global Results (68 Usable Pixels)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0.353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median 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4/68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pixels with R² ≥ 0.8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0.621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mean Pearson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11430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F3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12527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6B1A33"/>
                </a:solidFill>
                <a:latin typeface="Calibri"/>
              </a:rPr>
              <a:t>13/68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176479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pixels with R² &lt; 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468880"/>
          <a:ext cx="566927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868"/>
                <a:gridCol w="793699"/>
                <a:gridCol w="1133856"/>
                <a:gridCol w="1133856"/>
              </a:tblGrid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Median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SHRUBS-BD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0.584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TREES-NE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0.484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0.481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GRASS-NAT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0.490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SHRUBS-ND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0.374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TREES-BD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GRASS-MAN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0.351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SHRUBS-NE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0.601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TREES-BE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0.037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295101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SHRUBS-BE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-0.055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0.143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9511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1C2119"/>
                          </a:solidFill>
                          <a:latin typeface="Calibri"/>
                        </a:rPr>
                        <a:t>TREES-ND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-0.056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C2119"/>
                          </a:solidFill>
                          <a:latin typeface="Calibri"/>
                        </a:rPr>
                        <a:t>-0.056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pic>
        <p:nvPicPr>
          <p:cNvPr id="19" name="Picture 18" descr="global70_r2_by_pixel_and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074552"/>
            <a:ext cx="4846320" cy="198905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Median R²=0.353, only 4/68 pixels ≥0.8 — a real, substantially weaker result than either CONUS study.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HEAD-TO-HEAD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Integrating Part 1 &amp; Part 2: CONUS vs.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conus_vs_global_r2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964" y="1143000"/>
            <a:ext cx="5481031" cy="4864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417320"/>
            <a:ext cx="2103120" cy="3657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50">
                <a:solidFill>
                  <a:srgbClr val="2F6F5E"/>
                </a:solidFill>
                <a:latin typeface="Calibri"/>
              </a:rPr>
              <a:t>▪  </a:t>
            </a:r>
            <a:r>
              <a:rPr sz="1150">
                <a:solidFill>
                  <a:srgbClr val="1C2119"/>
                </a:solidFill>
                <a:latin typeface="Calibri"/>
              </a:rPr>
              <a:t>n=32 (Part 1) vs. n=68 (Part 2) — disjoint pixel sets, not matched pairs, so this is a distributional comparison, not a per-pixel scatter.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50">
                <a:solidFill>
                  <a:srgbClr val="2F6F5E"/>
                </a:solidFill>
                <a:latin typeface="Calibri"/>
              </a:rPr>
              <a:t>▪  </a:t>
            </a:r>
            <a:r>
              <a:rPr sz="1150">
                <a:solidFill>
                  <a:srgbClr val="1C2119"/>
                </a:solidFill>
                <a:latin typeface="Calibri"/>
              </a:rPr>
              <a:t>context-length vs. R² correlation within Part 2 is only r=0.16 — the gap is not mainly a context-length artifact.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Median R² drops from 0.865 (CONUS) to 0.353 (global) — the strongest CONUS finding does not transfer uniformly 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WHERE THE GLOBAL EXPERIMENT STRUGGLES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Part 2 Failure Cases &amp; Regional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>
                <a:solidFill>
                  <a:srgbClr val="2F6F5E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Two distinct failure modes: genuine anti-correlation (worst case, Amazon, Pearson r=-0.50 — direction, not just magnitude, is wrong) vs. directionally-right-but-miscalibrated (most other negative-R² pixels, e.g. Canada/Siberia pixels with Pearson r &gt; +0.68 despite R² &lt; 0).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5740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888"/>
                <a:gridCol w="1789736"/>
                <a:gridCol w="2684605"/>
                <a:gridCol w="1454161"/>
                <a:gridCol w="1454161"/>
                <a:gridCol w="1342302"/>
              </a:tblGrid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Pixel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g052_grass_nat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GRASS-NAT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Amazon / Tropical S. America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-0.934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-0.495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381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g007_shrubs_ne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SHRUBS-NE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-0.706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g057_grass_man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GRASS-MAN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East Africa / Sahel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-0.593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0.254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999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g058_shrubs_be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SHRUBS-BE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-0.538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0.534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955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g053_trees_be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TREES-BE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-0.428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g023_grass_nat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GRASS-NAT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-0.280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504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g015_trees_nd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TREES-ND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Siberia / Boreal Eurasia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-0.246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0.849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467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1C2119"/>
                          </a:solidFill>
                          <a:latin typeface="Calibri"/>
                        </a:rPr>
                        <a:t>g043_grass_man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GRASS-MAN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-0.171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0.227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30" b="0">
                          <a:solidFill>
                            <a:srgbClr val="1C2119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13/68 pixels negative, concentrated in tropical (persistent cloud) and remote high-latitude regions — Amazon/Tropical S. America is the single weakest region (mean R²&lt;0).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Main Findings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4A33"/>
                </a:solidFill>
                <a:latin typeface="Calibri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0789920" cy="1051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Part 1 (gridMET, 32 CONUS pixels): median R²=0.865, 22/32 pixels ≥ 0.8.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Part 2 (ERA5 + MODIS, 68 global non-CONUS pixels): median R²=0.353, only 4/68 pixels ≥ 0.8, 13/68 negative.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5651D"/>
                </a:solidFill>
                <a:latin typeface="Calibr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0789920" cy="1417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B5651D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The strong zero-shot generalization repeatedly seen within CONUS does NOT transfer uniformly to a global, more diverse pixel pool — this is the first result in this project to show a real ceiling on zero-shot Chronos-2's LAI generalization.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B5651D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The gap is not primarily a context-length artifact (r=0.16 within Part 2); genuine regional/ecological difficulty — especially tropical persistent-cloud and remote high-latitude pixels — is the larger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348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C6355"/>
                </a:solidFill>
                <a:latin typeface="Calibri"/>
              </a:rPr>
              <a:t>HYPOTHESIS /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107899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50">
                <a:solidFill>
                  <a:srgbClr val="5C6355"/>
                </a:solidFill>
                <a:latin typeface="Calibri"/>
              </a:rPr>
              <a:t>▪  </a:t>
            </a:r>
            <a:r>
              <a:rPr sz="1350">
                <a:solidFill>
                  <a:srgbClr val="1C2119"/>
                </a:solidFill>
                <a:latin typeface="Calibri"/>
              </a:rPr>
              <a:t>Not yet distinguished: Chronos-2's own generalization limits vs. noisier/sparser MODIS LAI vs. genuinely different (e.g. tropical) vegetation dynamics — disentangling needs a CONUS pixel re-scored against MODIS LAI as a controlled comparison.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Two integrated experiments: strong, robust generalization within CONUS across two climate sources; a real, unexplained drop when tested globally — an open question, not a closed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