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Update: Data Corrections + A Physics-Guided Fine-Tuning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SINCE LAST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078992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Two data-quality issues found in the global-pool figures shown last meeting - root-caused, fixed, and every affected result regenerated.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A new experiment: adapted a physics-guided learning framework (PhyDL-NWP, KDD'25) to LAI forecasting, and used it to fine-tune Chronos-2 - what was built, and what a small-scale validation shows so far.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DATA CORRECTION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Correction 1: Global-Pool LAI Values Were 10x Too Small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Root cause: the global LAI loader re-applied MODIS's 0.1 scale factor on top of values that NASA's AppEEARS API had already scaled to physical units - silently dividing every real LAI value by 10 again.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Caught by inspection: a global forest pixel's plotted LAI never exceeded 1.0 (real forest canopy reaches 3-7). Verified directly against the raw source file before fixing anything.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246120"/>
          <a:ext cx="59436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1485900"/>
                <a:gridCol w="1485900"/>
              </a:tblGrid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g014_trees_ne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Before (bug)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After (fixed)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g014_trees_ne max LAI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6.60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g014_trees_ne mean LAI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0.21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2.13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48056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C6355"/>
                </a:solidFill>
                <a:latin typeface="Calibri"/>
              </a:rPr>
              <a:t>All 68 global pixels were affected (LAI, context, and the Chronos-2 predictions built from it). R², Pearson r, and MAPE are scale-invariant and came back numerically identical after the fix (verified directly, not assumed) - only RMSE/MAE and the raw LAI values/plots were wrong.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Every R²/variance number reported last meeting for the global pool still stands unchanged - only absolute LAI values and RMSE/MAE needed correcting.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DATA CORRECTION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Correction 2: One "Forest" Example Pixel Was Mislabeled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21031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g024_trees_ne ("Western Europe evergreen forest") was one of the 8 example pixels shown last meeting. Its LAI collapsed to near-zero every winter - not what an evergreen forest does.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Cross-checked against an independent signal: MODIS's own internal biome-classification QC bit. 100% of its 1,047 retrievals were tagged non-forest, contradicting the "trees" label.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Checked all 20 "trees"-labeled pixels in the pool the same way: 7 of 20 disagree with MODIS's biome tag (likely a 300m source-map vs. 500m MODIS footprint mismatch at those specific coordinates, not a pipeline bug) - full list disclosed in the project report so any class-level analysis knows which pixels to treat with caution.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355"/>
                </a:solidFill>
                <a:latin typeface="Calibri"/>
              </a:rPr>
              <a:t>Replaced with g019_trees_bd (Canada, deciduous broadleaf, R²=0.64) - the best-R² pixel among the 13 MODIS-confirmed forest pixels in the pool:</a:t>
            </a:r>
          </a:p>
        </p:txBody>
      </p:sp>
      <p:pic>
        <p:nvPicPr>
          <p:cNvPr id="8" name="Picture 7" descr="global70_top_performers_test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326" y="4023360"/>
            <a:ext cx="1861107" cy="19842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3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1228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5A1228"/>
                </a:solidFill>
                <a:latin typeface="Calibri"/>
              </a:rPr>
              <a:t>The swapped-in pixel shows the textbook deciduous leaf-out/senescence cycle a forest label should.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PHYSICS-GUIDED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New Experiment: Physics-Guided Fine-Tuning for Chronos-2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Adapted from PhyDL-NWP (Luo et al., KDD'25): two coordinate-conditioned networks - a field f(x,y,t) and a "latent force" Q - are trained jointly with a sparse set of PDE coefficients Ξ, then the learned physics is used to add a physics-consistency loss when fine-tuning a pretrained forecaster.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That paper's domain is meteorology on a spatial grid (advection/diffusion PDEs). Adapted here for a point-sampled vegetation variable with no canonical governing equation: replaced the PDE with a phenology growth/decay model (standard in the Growing-Season-Index family) built from this project's own ERA5 covariates - radiation-limited growth, temperature/precipitation forcing, VPD water stress, self-decay - with Ξ learned jointly across all 70 CONUS pixels rather than assumed.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Two stages: (1) fit the physics field + Ξ to 23 years of pooled CONUS LAI/climate data; (2) fine-tune Chronos-2 (shared LoRA adapter) with a physics-consistency term added to its loss.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2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3A6B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3A6B"/>
                </a:solidFill>
                <a:latin typeface="Calibri"/>
              </a:rPr>
              <a:t>Chronos-2 itself stays strictly zero-shot throughout Stage 1 - the physics model is fit independently, then only used as an extra loss term when Stage 2 fine-tunes Chronos-2.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PHYSICS-GUIDED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Stage 1: A Physics-Constrained LAI Field (Neural ODE)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stage1_neuralode_sanity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5962"/>
            <a:ext cx="6949440" cy="3498683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80960" y="1143000"/>
          <a:ext cx="402335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6819"/>
                <a:gridCol w="112654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Learned term</a:t>
                      </a:r>
                    </a:p>
                  </a:txBody>
                  <a:tcPr marT="38100" marB="381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Ξ</a:t>
                      </a:r>
                    </a:p>
                  </a:txBody>
                  <a:tcPr marT="38100" marB="38100">
                    <a:solidFill>
                      <a:srgbClr val="2A78D6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radiation-limited growth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+1.89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LAI self-decay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−1.31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temperature forcing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−1.27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precipitation forcing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+0.62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bias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+1.06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C2119"/>
                          </a:solidFill>
                          <a:latin typeface="Calibri"/>
                        </a:rPr>
                        <a:t>VPD water-stress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C2119"/>
                          </a:solidFill>
                          <a:latin typeface="Calibri"/>
                        </a:rPr>
                        <a:t>+0.13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3749040"/>
            <a:ext cx="40233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C6355"/>
                </a:solidFill>
                <a:latin typeface="Calibri"/>
              </a:rPr>
              <a:t>Implemented as a genuine Neural ODE (integrates the learned growth/decay dynamics forward in time, rather than matching a derivative at scattered points) - an early scattered-point version produced jagged, physically implausible curves; integrating fixed it, shown here.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5C6355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C6355"/>
                </a:solidFill>
                <a:latin typeface="Calibri"/>
              </a:rPr>
              <a:t>5 of 6 terms point the ecologically expected direction (growth from light/water/temperature, decay from VPD stress and natural turnover).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2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3A6B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3A6B"/>
                </a:solidFill>
                <a:latin typeface="Calibri"/>
              </a:rPr>
              <a:t>A clean, site-differentiated seasonal field - built, debugged across several iterations, and validated by inspection before being used in Stage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PHYSICS-GUIDED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Stage 2: Physics-Guided Chronos-2 Fine-Tuning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A shared LoRA adapter (same target modules as the project's existing fine-tuning scripts) trained pooled across sites, not one adapter per pixel - consistent with Stage 1's own pooled design.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Custom training loop (not the standard HuggingFace trainer): that pipeline doesn't expose a custom-loss hook, and its batches don't retain which site/date each example came from - both needed to evaluate the physics term. Calls Chronos-2's model forward pass directly so gradients flow to the LoRA weights.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Loss = Chronos-2's own forecast loss (on real observed LAI, as in ordinary fine-tuning) + a physics term that penalizes Chronos-2's predicted LAI trajectory for deviating from Stage 1's learned growth/decay dynamics - a soft regularizer, not a hard constraint, and never trained against synthetic targets.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2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3A6B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3A6B"/>
                </a:solidFill>
                <a:latin typeface="Calibri"/>
              </a:rPr>
              <a:t>Three conditions compared per fold: zero-shot, plain fine-tuning (no physics term), and physics-guided fine-tuning - isolating what the physics term itself contributes.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PHYSICS-GUIDED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Small-Scale Validation: 3 Sites × 2 LOYO Folds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85853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5756"/>
                <a:gridCol w="1454161"/>
                <a:gridCol w="2125312"/>
                <a:gridCol w="2125312"/>
                <a:gridCol w="2125312"/>
              </a:tblGrid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Site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Zero-shot R²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Plain fine-tune R²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Physics-guided R²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evergreen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2012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−7.64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−8.44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−7.39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evergreen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0.832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0.865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0.761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high_amplitude_deciduous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2012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0.961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0.942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0.959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high_amplitude_deciduous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0.959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0.953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low_amplitude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2012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0.548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0.483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0.297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low_amplitude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0.560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0.613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0.462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023360"/>
            <a:ext cx="1078992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50">
                <a:solidFill>
                  <a:srgbClr val="2A78D6"/>
                </a:solidFill>
                <a:latin typeface="Calibri"/>
              </a:rPr>
              <a:t>▪  </a:t>
            </a:r>
            <a:r>
              <a:rPr sz="1350">
                <a:solidFill>
                  <a:srgbClr val="1C2119"/>
                </a:solidFill>
                <a:latin typeface="Calibri"/>
              </a:rPr>
              <a:t>Scoped as a validation pass before committing to the full 70-pixel × 11-fold comparison - used to catch implementation issues early, and it did: an initial run surfaced a too-strong physics weight and a train/eval feature-scaling mismatch, both found and fixed (see build log in the repo).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50">
                <a:solidFill>
                  <a:srgbClr val="2A78D6"/>
                </a:solidFill>
                <a:latin typeface="Calibri"/>
              </a:rPr>
              <a:t>▪  </a:t>
            </a:r>
            <a:r>
              <a:rPr sz="1350">
                <a:solidFill>
                  <a:srgbClr val="1C2119"/>
                </a:solidFill>
                <a:latin typeface="Calibri"/>
              </a:rPr>
              <a:t>After those fixes: 1 of 6 folds now has physics-guided fine-tuning beat both other conditions (high_amplitude_deciduous/2012); the other 5 still favor plain fine-tuning or zero-shot.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2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3A6B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3A6B"/>
                </a:solidFill>
                <a:latin typeface="Calibri"/>
              </a:rPr>
              <a:t>The pipeline (Stage 1 + Stage 2 + 3-way comparison) is built, debugged, and runs end to end - the physics term's benefit, at this scale, is not yet consistent.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PHYSICS-GUIDED FINE-TUNING, 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Follow-Up: A More Targeted Growth-Mortality Equation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Diagnosis: the hand-built candidate-term library used in slides 4-7 wasn't the equation actually being proposed - Prof. Wang's analysis after that meeting was that a generic linear library undersells the physics, and suggested this specific logistic growth-mortality form instead, with V as GPP:</a:t>
            </a:r>
          </a:p>
        </p:txBody>
      </p:sp>
      <p:pic>
        <p:nvPicPr>
          <p:cNvPr id="7" name="Picture 6" descr="phenology_eq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615" y="2423160"/>
            <a:ext cx="8030464" cy="1280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840480"/>
            <a:ext cx="1078992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50">
                <a:solidFill>
                  <a:srgbClr val="5C6355"/>
                </a:solidFill>
                <a:latin typeface="Calibri"/>
              </a:rPr>
              <a:t>▪  </a:t>
            </a:r>
            <a:r>
              <a:rPr sz="1350">
                <a:solidFill>
                  <a:srgbClr val="1C2119"/>
                </a:solidFill>
                <a:latin typeface="Calibri"/>
              </a:rPr>
              <a:t>r/K/m are now each their OWN small network (light/temperature-limited growth; water-limited carrying capacity; drought/freeze-driven mortality) - not a single linear coefficient library - a genuinely different, nonlinear model, matching the equation's own structure.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50">
                <a:solidFill>
                  <a:srgbClr val="5C6355"/>
                </a:solidFill>
                <a:latin typeface="Calibri"/>
              </a:rPr>
              <a:t>▪  </a:t>
            </a:r>
            <a:r>
              <a:rPr sz="1350">
                <a:solidFill>
                  <a:srgbClr val="1C2119"/>
                </a:solidFill>
                <a:latin typeface="Calibri"/>
              </a:rPr>
              <a:t>GPP, PAR, soil moisture, and SPEI are not present anywhere in this project's existing data (verified by direct search, not assumed) - see slide 7d for what was fetched/approximated and what's still missing.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2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3A6B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3A6B"/>
                </a:solidFill>
                <a:latin typeface="Calibri"/>
              </a:rPr>
              <a:t>Re-ran the physics-guided Stage 1 with THIS exact equation (not the earlier ad hoc one) - the supplementary validation this follow-up asked for - see slide 7c for the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PHYSICS-GUIDED FINE-TUNING, 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Validation: Fitting the Exact Equation to LAI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phenology_lai_re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5962"/>
            <a:ext cx="6949440" cy="34986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1430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4A33"/>
                </a:solidFill>
                <a:latin typeface="Calibri"/>
              </a:rPr>
              <a:t>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402336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00">
                <a:solidFill>
                  <a:srgbClr val="2F6F5E"/>
                </a:solidFill>
                <a:latin typeface="Calibri"/>
              </a:rPr>
              <a:t>▪  </a:t>
            </a:r>
            <a:r>
              <a:rPr sz="1300">
                <a:solidFill>
                  <a:srgbClr val="1C2119"/>
                </a:solidFill>
                <a:latin typeface="Calibri"/>
              </a:rPr>
              <a:t>Per-site reconstruction: mean R²=0.19, median R²=0.60 (R² unstable at outlier sites, same caveat as the project's other small-sample findings).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00">
                <a:solidFill>
                  <a:srgbClr val="2F6F5E"/>
                </a:solidFill>
                <a:latin typeface="Calibri"/>
              </a:rPr>
              <a:t>▪  </a:t>
            </a:r>
            <a:r>
              <a:rPr sz="1300">
                <a:solidFill>
                  <a:srgbClr val="1C2119"/>
                </a:solidFill>
                <a:latin typeface="Calibri"/>
              </a:rPr>
              <a:t>Pearson r: mean=0.78, median=0.84 - a clean fit across diverse vegetation types.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2461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651D"/>
                </a:solidFill>
                <a:latin typeface="Calibri"/>
              </a:rPr>
              <a:t>DEBUGGING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611880"/>
            <a:ext cx="402336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00">
                <a:solidFill>
                  <a:srgbClr val="B5651D"/>
                </a:solidFill>
                <a:latin typeface="Calibri"/>
              </a:rPr>
              <a:t>▪  </a:t>
            </a:r>
            <a:r>
              <a:rPr sz="1200">
                <a:solidFill>
                  <a:srgbClr val="1C2119"/>
                </a:solidFill>
                <a:latin typeface="Calibri"/>
              </a:rPr>
              <a:t>First run: training diverged after a strong start (loss 1.23→0.19, then spiraled) - the 1/K term in the equation can blow up if K is driven near zero.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00">
                <a:solidFill>
                  <a:srgbClr val="B5651D"/>
                </a:solidFill>
                <a:latin typeface="Calibri"/>
              </a:rPr>
              <a:t>▪  </a:t>
            </a:r>
            <a:r>
              <a:rPr sz="1200">
                <a:solidFill>
                  <a:srgbClr val="1C2119"/>
                </a:solidFill>
                <a:latin typeface="Calibri"/>
              </a:rPr>
              <a:t>Gradient clipping alone made it WORSE (NaN) - the instability is in the forward ODE integration, not just the backward pass. Fixed by clamping V to its only physically-required bound (≥0) plus a loose safety ceiling.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2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3A6B"/>
                </a:solidFill>
                <a:latin typeface="Calibri"/>
              </a:rPr>
              <a:t>TAKEAWAY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3A6B"/>
                </a:solidFill>
                <a:latin typeface="Calibri"/>
              </a:rPr>
              <a:t>The exact equation fits LAI well once stabilized - a cleaner, more faithful result than the earlier ad hoc version, and the validation this follow-up specifically asked for.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PHYSICS-GUIDED FINE-TUNING, 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GPP Experiment: Data Fetched, Scope Limited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3108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00">
                <a:solidFill>
                  <a:srgbClr val="5C6355"/>
                </a:solidFill>
                <a:latin typeface="Calibri"/>
              </a:rPr>
              <a:t>▪  </a:t>
            </a:r>
            <a:r>
              <a:rPr sz="1400">
                <a:solidFill>
                  <a:srgbClr val="1C2119"/>
                </a:solidFill>
                <a:latin typeface="Calibri"/>
              </a:rPr>
              <a:t>Checked for GPP (or a similar productivity/phenology indicator) anywhere in this project's existing data: absent, for both CONUS and the global pool. Fetched MODIS MOD17A2H GPP for the 70 CONUS sites via the same AppEEARS pipeline already used for LAI.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00">
                <a:solidFill>
                  <a:srgbClr val="5C6355"/>
                </a:solidFill>
                <a:latin typeface="Calibri"/>
              </a:rPr>
              <a:t>▪  </a:t>
            </a:r>
            <a:r>
              <a:rPr sz="1400">
                <a:solidFill>
                  <a:srgbClr val="1C2119"/>
                </a:solidFill>
                <a:latin typeface="Calibri"/>
              </a:rPr>
              <a:t>Requested the full 2000-2022 history (matching every other dataset in this project) - AppEEARS returned usable data for 2021-2022 only (2 years), for all 70 sites alike. The request was correctly specified; this is a genuine limit on MOD17A2H.061's retrievable history through AppEEARS, not a configuration error.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00">
                <a:solidFill>
                  <a:srgbClr val="5C6355"/>
                </a:solidFill>
                <a:latin typeface="Calibri"/>
              </a:rPr>
              <a:t>▪  </a:t>
            </a:r>
            <a:r>
              <a:rPr sz="1400">
                <a:solidFill>
                  <a:srgbClr val="1C2119"/>
                </a:solidFill>
                <a:latin typeface="Calibri"/>
              </a:rPr>
              <a:t>PAR, soil moisture, and SPEI are also absent from this project's data. Approximated for the LAI validation (slide 7c) as: PAR ≈ 0.45×shortwave radiation (standard ecology convention); SM and SPEI as water-balance (precipitation − PET) proxies at two timescales, since true soil-moisture/SPEI products (TerraClimate, monthly) don't align with this project's 8-day cadence - PET itself was newly extracted from gridMET, already on the same 8-day composite grid as everything else.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00">
                <a:solidFill>
                  <a:srgbClr val="5C6355"/>
                </a:solidFill>
                <a:latin typeface="Calibri"/>
              </a:rPr>
              <a:t>▪  </a:t>
            </a:r>
            <a:r>
              <a:rPr sz="1400">
                <a:solidFill>
                  <a:srgbClr val="1C2119"/>
                </a:solidFill>
                <a:latin typeface="Calibri"/>
              </a:rPr>
              <a:t>With only 2 years, a GPP forecasting comparison (zero-shot vs. fine-tuned, LOYO-CV style) isn't meaningful yet - paused rather than run on too little data to support a real conclusion.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GPP fetch pipeline is built and working - revisit if/when a longer GPP history becomes available (e.g. a different product or date range).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Summary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4A33"/>
                </a:solidFill>
                <a:latin typeface="Calibri"/>
              </a:rPr>
              <a:t>WHAT WAS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078992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00">
                <a:solidFill>
                  <a:srgbClr val="2F6F5E"/>
                </a:solidFill>
                <a:latin typeface="Calibri"/>
              </a:rPr>
              <a:t>▪  </a:t>
            </a:r>
            <a:r>
              <a:rPr sz="1400">
                <a:solidFill>
                  <a:srgbClr val="1C2119"/>
                </a:solidFill>
                <a:latin typeface="Calibri"/>
              </a:rPr>
              <a:t>Two data-correctness issues from last meeting's figures found, root-caused, fixed, and disclosed (scale bug + pixel mislabeling) - all downstream results regenerated.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00">
                <a:solidFill>
                  <a:srgbClr val="2F6F5E"/>
                </a:solidFill>
                <a:latin typeface="Calibri"/>
              </a:rPr>
              <a:t>▪  </a:t>
            </a:r>
            <a:r>
              <a:rPr sz="1400">
                <a:solidFill>
                  <a:srgbClr val="1C2119"/>
                </a:solidFill>
                <a:latin typeface="Calibri"/>
              </a:rPr>
              <a:t>An end-to-end physics-guided fine-tuning pipeline for Chronos-2, adapted from a recent (KDD'25) physics-guided learning paper to a vegetation variable with no prior physics-ML precedent in this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651D"/>
                </a:solidFill>
                <a:latin typeface="Calibri"/>
              </a:rPr>
              <a:t>CURRENT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1078992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00">
                <a:solidFill>
                  <a:srgbClr val="B5651D"/>
                </a:solidFill>
                <a:latin typeface="Calibri"/>
              </a:rPr>
              <a:t>▪  </a:t>
            </a:r>
            <a:r>
              <a:rPr sz="1400">
                <a:solidFill>
                  <a:srgbClr val="1C2119"/>
                </a:solidFill>
                <a:latin typeface="Calibri"/>
              </a:rPr>
              <a:t>In the small-scale validation, the physics term does not yet consistently improve on plain fine-tuning - plausibly because Chronos-2's own pretrained prior, from large-scale time-series pretraining, already captures much of what the hand-built phenology terms encode.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4340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C6355"/>
                </a:solidFill>
                <a:latin typeface="Calibri"/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63440"/>
            <a:ext cx="10789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00">
                <a:solidFill>
                  <a:srgbClr val="5C6355"/>
                </a:solidFill>
                <a:latin typeface="Calibri"/>
              </a:rPr>
              <a:t>▪  </a:t>
            </a:r>
            <a:r>
              <a:rPr sz="1400">
                <a:solidFill>
                  <a:srgbClr val="1C2119"/>
                </a:solidFill>
                <a:latin typeface="Calibri"/>
              </a:rPr>
              <a:t>Candidates: use the physics field for gap-filling instead of a training-time loss, or test whether it helps more in the weaker global pool, where Chronos-2's implicit prior may be less saturated.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Both workstreams are now in a clean, documented, reproducible state - ready for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