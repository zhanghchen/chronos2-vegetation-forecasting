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Robustness Update: ERA5 Validation + Leave-One-Year-Out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FOLLOW-UP TO LAST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78992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1: post-meeting supplement — the cloud-vs-CDS ERA5 visual comparison.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2: addressing Prof. Wang's feedback that a single test year (2022) is not enough evidence — Leave-One-Year-Out Cross-Validation (11 held-out years, 2012–2022) on both the 70-pixel CONUS pool and the 68-pixel global pool, with an average variance statistic for each.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Chronos-2 remains strictly zero-shot throughout: no training or fine-tuning.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zero-shot model, same two pixel pools — now evaluated across 11 independent held-out years each, not just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1 — POST-MEETING SUPPLEMENT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1: ERA5 Equivalence — CDS vs. Cloud, Visualized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Same evergreen pixel, 2021–2022 — actual daily values, not just a correlation coefficient:</a:t>
            </a:r>
          </a:p>
        </p:txBody>
      </p:sp>
      <p:pic>
        <p:nvPicPr>
          <p:cNvPr id="7" name="Picture 6" descr="cds_vs_cloud_era5_timeseri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04" y="1554480"/>
            <a:ext cx="7303487" cy="44074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Recap: the two ERA5 sources are visually near-indistinguishable for 6 of 7 variables; precipitation shows the one real, diagnosed discrepancy (convective-event spikes).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ROBUSTNESS VIA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2: Why Leave-One-Year-Out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Prof. Wang's feedback: scoring each pixel against a single test year (2022) is not sufficient evidence of robustness — a model can get lucky (or unlucky) on any one year.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Response: re-evaluate every pixel across 11 independent held-out years (2012–2022), each with its own fixed 12-year context window immediately preceding it — never the same context/test split twice.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This reuses this project's own already-established, already-published LOYO-CV protocol (Code/loyo_cv_chronos2.py, reports/LOYO_CV_FINDINGS.md) unmodified for the CONUS pool, and replicates the identical protocol for the global pool.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CONUS pixels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Global pixels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4184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44184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4184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held-out years (2012–2022)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14816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Zero-shot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no training/fine-tuning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1518 total LOYO folds evaluated (770 CONUS + 748 global) — zero-shot inference is fast enough to make this essentially free.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LOYO-CV Protocol (Identical for Both Pools)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For each held-out test year Y ∈ {2012, ..., 2022}: context = years Y−12 .. Y−1 (fixed 12-year rolling window, not all-other-years, and not an expanding window) — this avoids confounding "hard year" with "how much data this fold happened to get."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future_covariates / ground truth = year Y only. Zero-shot Chronos-2 predicts Y from the 12-year context.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185854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88"/>
                <a:gridCol w="4362483"/>
                <a:gridCol w="4362483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CONUS pool (70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Global pool (68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gridMET (daily, CONUS-only)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Cloud ERA5 (same validated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ground truth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HiQ-LAI (8-day, CONUS-only)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MODIS MOD15A2H (8-day, QC-filtered)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Context per fold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~12 years, regular 8-day cadence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12-yr window, irregular (MODIS gaps)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Min. fold coverage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n/a (always complete)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≥20 context obs, ≥4 test obs (else skipped)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Folds run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770 / 770 (100%)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748 / 748 (100%, 0 skipped)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window length, same held-out years, same metrics (RMSE/MAE/MAPE/R²/Pearson r) for both pools — only the data source differs.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CONUS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70-Pixel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0.749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0.805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0.170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conus70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2022-only median was 0.904; the 11-year picture is more conservative (mean R²=0.749) — variance concentrated in a few known-outlier pixels, not spread evenly across all 70.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How the Data Was Processed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Climate: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Google ARCO-ERA5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(cloud Zarr, 0.25°, validated pipeline). 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LAI: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MODIS MOD15A2H.061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via NASA AppEEARS (gridMET/HiQ-LAI don't exist outside CONUS).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8585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Pixel selection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70 pixels, farthest-point sampling on global ESA CCI PFT, 14 world regions, purity 0.44–1.00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 variables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 Chronos-2 variables (tmmx, tmmn, pr, srad, vpd, sph, vs) — same mapping as CONUS ERA5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acquisition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MOD15A2H.061 Lai_500m, 8-day, 500m, Terra-only (2000 onward)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quality filter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MODLAND-good-quality only (FparLai_QC bit 0 == 0) — keeps 68.1% of pixel-dates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LAI-climate alignment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ERA5 daily values averaged over each LAI 8-day window (identical to CONUS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Coverage result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68/70 pixels usable (2 excluded: Arctic polar night, SE Asia monsoon cloud)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Same 7-variable ERA5 mapping and LAI-alignment logic as CONUS — only the raw data sources changed to genuinely global products.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Best Zero-Shot Results, Diverse Regions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global70_top_performers_test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490" y="1143000"/>
            <a:ext cx="4562714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8 pixels spanning the Mediterranean, Africa, Siberia, Canada, Western Europe, East Asia, and South America — all R²=0.71–0.92 on the single 2022 test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68-Pixel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0.348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0.106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global68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Single-year (2022) median was 0.353; the 11-year mean R²=0.348 is consistent with it — the global result is weaker than CONUS but not a single-year artifact.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vs. Global: Variance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loyo_vari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52603"/>
            <a:ext cx="11185855" cy="484540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Typical variance is lower for CONUS (0.005 vs. Global's 0.030) — but CONUS has a longer extreme-outlier tail (e.g. evergreen's 2012 drought fold).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Is Any Single Year Uniformly Hard?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loyo_r2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61" y="1143000"/>
            <a:ext cx="8764172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No — median R² across pixels stays consistently high in every one of the 11 held-out years for both pools. Individual-pixel bad folds (e.g. droughts) don't show up as population-wide crashes.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Summary: What LOYO-CV Adds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CONUS (70 pixels, 770 folds): mean R²=0.749, average per-pixel variance=0.170 (median variance=0.005 — most pixels are very stable; a handful of outliers dominate the mean).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Global (68 pixels, 748 folds): mean R²=0.348, average per-pixel variance=0.106 (median variance=0.030).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10789920" cy="1417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The single-year (2022) results were not a fluke: 11-year cross-validation confirms the same overall pattern — CONUS robustly strong, global weaker but not collapsing — at a more conservative, defensible confidence level than a one-year test can provide.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Both pools show the SAME structure: most pixels are stable year to year; a small minority of outlier pixels (often already diagnosable, e.g. a drought year) account for most of the variance.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C6355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92040"/>
            <a:ext cx="107899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5C6355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Investigate the highest-variance pixels in each pool individually (CONUS: evergreen, px035_shrubs_nd, px017_grass_man; Global: g001_shrubs_nd, g006_trees_ne, g002_grass_nat).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Prof. Wang's concern addressed directly: both experiments now stand on 11 years of held-out evidence, not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