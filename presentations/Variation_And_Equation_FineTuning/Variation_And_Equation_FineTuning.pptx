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Variation-Based Forecasting + Physics-Equation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78992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Part 1: forecasting the LAI variation (anomaly) directly, instead of raw LAI - R² computed the current, correct way.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Part 2: fine-tuning Chronos-2 with Prof. Wang's exact growth-mortality equation as a physics loss - does it beat raw zero-shot Chronos-2?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— VARIATION-BASED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1: Forecast the Variation, Not Raw LAI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Raw-LAI R² mostly reflects seasonal-shape matching (both actual and predicted LAI follow the same strong annual cycle) - not genuine year-to-year skill.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Fix: for each pixel, compute the per-calendar-position climatology from the 11 held-out-year LOYO context ONLY (no leakage - the same climatology machinery already used for this project's ACC metric), subtract it from LAI to get the variation/anomaly, and give Chronos-2 that anomaly directly as BOTH context and forecast target - weather covariates unchanged.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R² and Pearson r are then computed directly on the anomaly itself - the current, correct standard, not a post-hoc decomposition of a raw-LAI forecast.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The model's actual task is now "predict the deviation from normal" - exactly what "capturing inter-annual variability" 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— VARIATION-BASED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1 Result: Modest, Independently-Confirmed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loyo_anomal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70" y="1143000"/>
            <a:ext cx="9012954" cy="385876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5093208"/>
          <a:ext cx="1118585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4474342"/>
                <a:gridCol w="3915049"/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Pool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R² (anomaly)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Pearson r (anomaly)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CONUS (770 folds)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mean -0.132 / median -0.046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mean 0.296 / median 0.291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Global (748 folds)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mean -0.078 / median -0.025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mean 0.178 / median 0.184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R² is unstable at this sample size (same small-sample caveat as the composite-position analysis); Pearson r (≈0.30 CONUS / ≈0.18 Global) is the robust number, and it's modest - this is the result that motivated Part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PART 2 — 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2: Fine-Tuning with the Exact Growth-Mortality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C2119"/>
                </a:solidFill>
                <a:latin typeface="Calibri"/>
              </a:rPr>
              <a:t>Prof. Wang's diagnosis: the earlier ad hoc physics term library undersold the physics - this is the equation she actually meant:</a:t>
            </a:r>
          </a:p>
        </p:txBody>
      </p:sp>
      <p:pic>
        <p:nvPicPr>
          <p:cNvPr id="7" name="Picture 6" descr="phenology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13" y="1600200"/>
            <a:ext cx="8604068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063240"/>
            <a:ext cx="107899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r (light/temperature-limited growth), K (water-limited carrying capacity), and m (drought/freeze-driven mortality) are each fit as their own small network from this equation's structure, then frozen and used as a physics-consistency loss while LoRA fine-tuning Chronos-2.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Validated standalone on LAI first (clean fit, Pearson r mean 0.78) before using it to fine-tune Chronos-2 - see the companion physics-guided-fine-tuning deck for that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Same 3 project sites as the earlier validation, now across all 11 LOYO years (33 folds) - a broader test before drawing conclusions.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PART 2 — 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Result: Physics-Guided Fine-Tuning Beats Raw Chronos-2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comparis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95859"/>
            <a:ext cx="7132320" cy="41588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1430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A33"/>
                </a:solidFill>
                <a:latin typeface="Calibri"/>
              </a:rPr>
              <a:t>33 LOYO-CV FOLDS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39319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0CA30C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Mean R²: zero-shot 0.380 → physics-guided 0.424.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0CA30C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Median R²: zero-shot 0.644 → physics-guided 0.674.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0CA30C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Plain fine-tuning (no physics) actually UNDERPERFORMS zero-shot (mean 0.287) - small-sample fine-tuning alone tends to overfit. The physics term fixes this AND pushes past zero-shot.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0CA30C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Physics-guided beats plain fine-tuning in 22/33 folds (67%).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8862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WHERE IT HELPS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51960"/>
            <a:ext cx="3931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>
                <a:solidFill>
                  <a:srgbClr val="B5651D"/>
                </a:solidFill>
                <a:latin typeface="Calibri"/>
              </a:rPr>
              <a:t>▪  </a:t>
            </a:r>
            <a:r>
              <a:rPr sz="1250">
                <a:solidFill>
                  <a:srgbClr val="1C2119"/>
                </a:solidFill>
                <a:latin typeface="Calibri"/>
              </a:rPr>
              <a:t>Biggest gains on the two sites with weaker zero-shot baselines (evergreen, low_amplitude); roughly neutral on the site already near its R² ceiling (high_amplitude_deciduous, R²≈0.96) - little room left to improve there.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5A0A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A5A0A"/>
                </a:solidFill>
                <a:latin typeface="Calibri"/>
              </a:rPr>
              <a:t>A genuine, aggregate improvement over raw zero-shot Chronos-2 - not on every single fold, but consistently in mean and median across 33 independent held-out years.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