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Variation-Based Forecasting + Physics-Equation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078992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Part 1: forecasting the LAI variation (anomaly) directly, instead of raw LAI - R² computed the current, correct way.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Part 2: fine-tuning Chronos-2 with Prof. Wang's exact growth-mortality equation as a physics loss - does it beat raw zero-shot Chronos-2?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VARIATION-BASED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Part 1: Forecast the Variation, Not Raw LAI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103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Raw-LAI R² mostly reflects seasonal-shape matching (both actual and predicted LAI follow the same strong annual cycle) - not genuine year-to-year skill.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Fix: for each pixel, compute the per-calendar-position climatology from the 11 held-out-year LOYO context ONLY (no leakage - the same climatology machinery already used for this project's ACC metric), subtract it from LAI to get the variation/anomaly, and give Chronos-2 that anomaly directly as BOTH context and forecast target - weather covariates unchanged.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R² and Pearson r are then computed directly on the anomaly itself - the current, correct standard, not a post-hoc decomposition of a raw-LAI forecast.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The model's actual task is now "predict the deviation from normal" - exactly what "capturing inter-annual variability" means.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VARIATION-BASED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Part 1 Result: Predicted vs. True Variation, 5 Example Pixels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anomaly_exampl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35413"/>
            <a:ext cx="11185855" cy="207978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Deliberately not cherry-picked: spans the full range from the pool's best fit (Pearson r=0.94) down to its worst (r=−0.72) - most pixels track the true dip/recovery shape; some don't.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VARIATION-BASED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Part 1 Aggregate: Modest, Independently-Confirmed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loyo_anomaly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370" y="1143000"/>
            <a:ext cx="9012954" cy="38587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5093208"/>
          <a:ext cx="11185854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4474342"/>
                <a:gridCol w="3915049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Pool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R² (anomaly)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Pearson r (anomaly)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CONUS (770 folds)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mean -0.132 / median -0.046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mean 0.296 / median 0.291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Global (748 folds)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mean -0.078 / median -0.025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mean 0.178 / median 0.184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R² is unstable at this sample size (same small-sample caveat as the composite-position analysis); Pearson r (≈0.30 CONUS / ≈0.18 Global) is the robust number, and it's modest - this is the result that motivated Part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PART 2 — PHYSICS-GUIDED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Part 2: Fine-Tuning with the Exact Growth-Mortality Equation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C2119"/>
                </a:solidFill>
                <a:latin typeface="Calibri"/>
              </a:rPr>
              <a:t>Prof. Wang's diagnosis: the earlier ad hoc physics term library undersold the physics - this is the equation she actually meant:</a:t>
            </a:r>
          </a:p>
        </p:txBody>
      </p:sp>
      <p:pic>
        <p:nvPicPr>
          <p:cNvPr id="7" name="Picture 6" descr="phenology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813" y="1600200"/>
            <a:ext cx="8604068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063240"/>
            <a:ext cx="1078992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00">
                <a:solidFill>
                  <a:srgbClr val="5C6355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r (light/temperature-limited growth), K (water-limited carrying capacity), and m (drought/freeze-driven mortality) are each fit as their own small network from this equation's structure, then frozen and used as a physics-consistency loss while LoRA fine-tuning Chronos-2.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00">
                <a:solidFill>
                  <a:srgbClr val="5C6355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Validated standalone on LAI first (clean fit, Pearson r mean 0.78) before using it to fine-tune Chronos-2 - see the companion physics-guided-fine-tuning deck for that step.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2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3A6B"/>
                </a:solidFill>
                <a:latin typeface="Calibri"/>
              </a:rPr>
              <a:t>TAKEAWAY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43A6B"/>
                </a:solidFill>
                <a:latin typeface="Calibri"/>
              </a:rPr>
              <a:t>Same 3 project sites as the earlier validation, now across all 11 LOYO years (33 folds) - a broader test before drawing conclusions.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PART 2 — PHYSICS-GUIDED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Part 2 Result: Actual Predictions, 3 Example Folds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example_prediction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1099"/>
            <a:ext cx="11185855" cy="30626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41324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C6355"/>
                </a:solidFill>
                <a:latin typeface="Calibri"/>
              </a:rPr>
              <a:t>Note: fine-tuning has real run-to-run variance at this sample size (re-running low_amplitude/2014 independently gave physics R²=0.06 here vs. 0.28 in the original 33-fold run - same direction of effect is not guaranteed on every individual re-run). The 33-fold aggregate (next slide) is the number to trust, not any single illustrative fold.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2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3A6B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43A6B"/>
                </a:solidFill>
                <a:latin typeface="Calibri"/>
              </a:rPr>
              <a:t>Visibly closer to observed LAI on the two weaker-baseline examples; indistinguishable from zero-shot where zero-shot was already excellent.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PART 2 — PHYSICS-GUIDED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Result: Physics-Guided Fine-Tuning Beats Raw Chronos-2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comparison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95859"/>
            <a:ext cx="7132320" cy="4158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14300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A33"/>
                </a:solidFill>
                <a:latin typeface="Calibri"/>
              </a:rPr>
              <a:t>33 LOYO-CV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508760"/>
            <a:ext cx="3931920" cy="2103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300">
                <a:solidFill>
                  <a:srgbClr val="0CA30C"/>
                </a:solidFill>
                <a:latin typeface="Calibri"/>
              </a:rPr>
              <a:t>▪  </a:t>
            </a:r>
            <a:r>
              <a:rPr sz="1300">
                <a:solidFill>
                  <a:srgbClr val="1C2119"/>
                </a:solidFill>
                <a:latin typeface="Calibri"/>
              </a:rPr>
              <a:t>Mean R²: zero-shot 0.380 → physics-guided 0.424.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300">
                <a:solidFill>
                  <a:srgbClr val="0CA30C"/>
                </a:solidFill>
                <a:latin typeface="Calibri"/>
              </a:rPr>
              <a:t>▪  </a:t>
            </a:r>
            <a:r>
              <a:rPr sz="1300">
                <a:solidFill>
                  <a:srgbClr val="1C2119"/>
                </a:solidFill>
                <a:latin typeface="Calibri"/>
              </a:rPr>
              <a:t>Median R²: zero-shot 0.644 → physics-guided 0.674.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300">
                <a:solidFill>
                  <a:srgbClr val="0CA30C"/>
                </a:solidFill>
                <a:latin typeface="Calibri"/>
              </a:rPr>
              <a:t>▪  </a:t>
            </a:r>
            <a:r>
              <a:rPr sz="1300">
                <a:solidFill>
                  <a:srgbClr val="1C2119"/>
                </a:solidFill>
                <a:latin typeface="Calibri"/>
              </a:rPr>
              <a:t>Plain fine-tuning (no physics) actually UNDERPERFORMS zero-shot (mean 0.287) - small-sample fine-tuning alone tends to overfit. The physics term fixes this AND pushes past zero-shot.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300">
                <a:solidFill>
                  <a:srgbClr val="0CA30C"/>
                </a:solidFill>
                <a:latin typeface="Calibri"/>
              </a:rPr>
              <a:t>▪  </a:t>
            </a:r>
            <a:r>
              <a:rPr sz="1300">
                <a:solidFill>
                  <a:srgbClr val="1C2119"/>
                </a:solidFill>
                <a:latin typeface="Calibri"/>
              </a:rPr>
              <a:t>Physics-guided beats plain fine-tuning in 22/33 folds (67%).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88620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WHERE IT HELPS MOST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251960"/>
            <a:ext cx="393192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250">
                <a:solidFill>
                  <a:srgbClr val="B5651D"/>
                </a:solidFill>
                <a:latin typeface="Calibri"/>
              </a:rPr>
              <a:t>▪  </a:t>
            </a:r>
            <a:r>
              <a:rPr sz="1250">
                <a:solidFill>
                  <a:srgbClr val="1C2119"/>
                </a:solidFill>
                <a:latin typeface="Calibri"/>
              </a:rPr>
              <a:t>Biggest gains on the two sites with weaker zero-shot baselines (evergreen, low_amplitude); roughly neutral on the site already near its R² ceiling (high_amplitude_deciduous, R²≈0.96) - little room left to improve there.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3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A5A0A"/>
                </a:solidFill>
                <a:latin typeface="Calibri"/>
              </a:rPr>
              <a:t>TAKEAWAY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A5A0A"/>
                </a:solidFill>
                <a:latin typeface="Calibri"/>
              </a:rPr>
              <a:t>A genuine, aggregate improvement over raw zero-shot Chronos-2 - not on every single fold, but consistently in mean and median across 33 independent held-out years.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A33"/>
                </a:solidFill>
                <a:latin typeface="Calibri"/>
              </a:rPr>
              <a:t>PART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789920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Forecasting the LAI variation directly gives a modest, honest signal (Pearson r≈0.30 CONUS / 0.18 Global) - confirmed visually across 5 pixels spanning the full range from best to worst 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PART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1078992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Fine-tuning Chronos-2 with Prof. Wang's exact equation as a physics loss beats raw zero-shot Chronos-2 on both mean and median R² across 33 held-out years - a real, aggregate improvement, visible both in the numbers and in the actual predicted curves.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Plain fine-tuning alone (no physics) underperforms zero-shot - the physics term is doing real work, not just "fine-tuning helps regardless."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CAVEATS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12080"/>
            <a:ext cx="1078992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Validation scope is still 3 sites (33 folds) - the natural next step is the full 70-pixel CONUS pool. Fine-tuning shows real run-to-run variance at this sample size; the aggregate statistic, not any single fold, is the evidence that should generalize.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Both follow-ups answer Prof. Wang's questions directly: variation-forecasting confirms the modest signal is real; the correct equation turns physics guidance into a genuine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