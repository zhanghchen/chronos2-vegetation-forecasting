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GPP vs. LAI: Vegetation-Class Breakdown, Data Fix, and First Zero-Shot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0789920" cy="23774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600">
                <a:solidFill>
                  <a:srgbClr val="2F6F5E"/>
                </a:solidFill>
                <a:latin typeface="Calibri"/>
              </a:rPr>
              <a:t>▪  </a:t>
            </a:r>
            <a:r>
              <a:rPr sz="1600">
                <a:solidFill>
                  <a:srgbClr val="1C2119"/>
                </a:solidFill>
                <a:latin typeface="Calibri"/>
              </a:rPr>
              <a:t>Part 1: last week's pooled LAI-anomaly boxplot, redone broken down by dominant vegetation class.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600">
                <a:solidFill>
                  <a:srgbClr val="2F6F5E"/>
                </a:solidFill>
                <a:latin typeface="Calibri"/>
              </a:rPr>
              <a:t>▪  </a:t>
            </a:r>
            <a:r>
              <a:rPr sz="1600">
                <a:solidFill>
                  <a:srgbClr val="1C2119"/>
                </a:solidFill>
                <a:latin typeface="Calibri"/>
              </a:rPr>
              <a:t>Part 2: why the GPP download previously only returned 2021-2022 - wrong MODIS product, not a request error - and the fix.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600">
                <a:solidFill>
                  <a:srgbClr val="2F6F5E"/>
                </a:solidFill>
                <a:latin typeface="Calibri"/>
              </a:rPr>
              <a:t>▪  </a:t>
            </a:r>
            <a:r>
              <a:rPr sz="1600">
                <a:solidFill>
                  <a:srgbClr val="1C2119"/>
                </a:solidFill>
                <a:latin typeface="Calibri"/>
              </a:rPr>
              <a:t>Part 3: first zero-shot GPP vs. LAI comparison on real GPP data (same sites, same LOYO-CV protocol).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PART 1 — VEGETATION-CLASS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Part 1: LAI Anomaly, Broken Down by Vegetation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23774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9"/>
                </a:solidFill>
                <a:latin typeface="Calibri"/>
              </a:rPr>
              <a:t>Last week's result pooled every vegetation type into one CONUS boxplot (770 folds) and one Global boxplot (748 folds) - this hides which vegetation types Chronos-2 is actually good at.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9"/>
                </a:solidFill>
                <a:latin typeface="Calibri"/>
              </a:rPr>
              <a:t>Reran the same already-computed fold-level results (no new model calls), grouped by each site's dominant vegetation class instead - using the project's existing ESA-CCI-derived PFT classification, not the informal site-name suffix.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9"/>
                </a:solidFill>
                <a:latin typeface="Calibri"/>
              </a:rPr>
              <a:t>Grouping is done at the fold level (not one point per site), so each class's distribution reflects its full year-to-year spread, not just inter-site spread.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Script: Code/loyo_cv_anomaly_by_pft.py. A few Global classes have only 2-3 sites - read those as suggestive, not definitive (see next slide).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PART 1 — VEGETATION-CLASS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Shrubs and Grasses Forecast Better Than Trees, in Both Pools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3</a:t>
            </a:r>
          </a:p>
        </p:txBody>
      </p:sp>
      <p:pic>
        <p:nvPicPr>
          <p:cNvPr id="6" name="Picture 5" descr="loyo_anomaly_by_pft_box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7094" y="1143000"/>
            <a:ext cx="5977507" cy="48646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The shrubs &gt; grass &gt; trees ordering holds independently in both CONUS and Global pools - not an artifact of one site or one region.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PART 1 — VEGETATION-CLASS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Part 1 Summary: Median Pearson r by Class Family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43000"/>
          <a:ext cx="11185854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3190"/>
                <a:gridCol w="3691332"/>
                <a:gridCol w="3691332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Class family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CONUS median r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Global median r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C2119"/>
                          </a:solidFill>
                          <a:latin typeface="Calibri"/>
                        </a:rPr>
                        <a:t>Shrubs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0.38 – 0.55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0.17 – 0.27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C2119"/>
                          </a:solidFill>
                          <a:latin typeface="Calibri"/>
                        </a:rPr>
                        <a:t>Grass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0.24 – 0.32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0.17 – 0.21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C2119"/>
                          </a:solidFill>
                          <a:latin typeface="Calibri"/>
                        </a:rPr>
                        <a:t>Trees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0.17 – 0.23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0.02 – 0.17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063240"/>
            <a:ext cx="10789920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9"/>
                </a:solidFill>
                <a:latin typeface="Calibri"/>
              </a:rPr>
              <a:t>Plausible mechanism (a hypothesis prompted by the pattern, not tested directly here): trees have slower, inertia-dominated canopy dynamics, so the year-to-year anomaly signal is small relative to noise; shrubs/grass respond faster to the same interannual weather drivers Chronos-2 sees in context.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9"/>
                </a:solidFill>
                <a:latin typeface="Calibri"/>
              </a:rPr>
              <a:t>R² is noisier than Pearson r across classes - the same R²-instability pattern already documented in this project, so Pearson r is the metric to lead with.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CONUS classes all have 6+ sites; a few Global classes have only 2-3 (TREES_ND, SHRUBS_ND/NE/BE) - treat those as suggestive, not definitive.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PART 2 — GPP DATA FIX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Part 2: Why GPP Was Reported as “Only 2021-2022”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1188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9"/>
                </a:solidFill>
                <a:latin typeface="Calibri"/>
              </a:rPr>
              <a:t>Not a request error - the original script's date range was correctly specified (startDate 2000-01-01). Not an actual limitation of MODIS GPP data. It was the wrong product.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514600"/>
          <a:ext cx="11185854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5756"/>
                <a:gridCol w="3915049"/>
                <a:gridCol w="3915049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Product requested (wrong)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Product needed (fix)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C2119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MOD17A2H.061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MOD17A2HGF.061 (“GF” = gap-filled)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C2119"/>
                          </a:solidFill>
                          <a:latin typeface="Calibri"/>
                        </a:rPr>
                        <a:t>TemporalExtentStart (AppEEARS catalog)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2021-01-01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2000-01-01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C2119"/>
                          </a:solidFill>
                          <a:latin typeface="Calibri"/>
                        </a:rPr>
                        <a:t>Layers / scale factor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Gpp_500m, Psn_QC_500m, 0.0001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same layers, same scale factor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Confirmed directly against AppEEARS' own product catalog (GET /api/product), not inferred from behavior - MOD17A2H.061 is a genuinely newer collection LP DAAC only serves from 2021.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PART 2 — GPP DATA FIX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Before Trusting the New Data: a Scale Sanity 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23774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9"/>
                </a:solidFill>
                <a:latin typeface="Calibri"/>
              </a:rPr>
              <a:t>Good-QC Gpp_500m values for forest/grass sites come out in the 0-0.1 kg C/m²/8-day range - looked suspiciously low at first glance, the same kind of place a 10x LAI scale-factor bug hid earlier in this project.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9"/>
                </a:solidFill>
                <a:latin typeface="Calibri"/>
              </a:rPr>
              <a:t>Summed to an annual total per site instead of eyeballing 8-day values: e.g. px005_trees_bd (broadleaf-deciduous forest) comes out to ~0.9–1.0 kg C/m²/year across 2015–2018.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9"/>
                </a:solidFill>
                <a:latin typeface="Calibri"/>
              </a:rPr>
              <a:t>This lines up with published typical annual GPP for temperate forest/grassland - confirming the scale factor is correct, not a repeat of the earlier bug.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Verified empirically before using the data, rather than assuming either way.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PART 3 — GPP vs. LAI, ZERO-SHOT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Part 3: First Zero-Shot GPP vs. LAI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1188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500">
                <a:solidFill>
                  <a:srgbClr val="2F6F5E"/>
                </a:solidFill>
                <a:latin typeface="Calibri"/>
              </a:rPr>
              <a:t>▪  </a:t>
            </a:r>
            <a:r>
              <a:rPr sz="1500">
                <a:solidFill>
                  <a:srgbClr val="1C2119"/>
                </a:solidFill>
                <a:latin typeface="Calibri"/>
              </a:rPr>
              <a:t>Identical LOYO-CV anomaly protocol already used for LAI (same 12-year rolling window, same no-leakage climatology, same weather covariates) - only the target column changes. Same sites, same folds, same model: apples-to-apples.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514600"/>
          <a:ext cx="1118585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8322"/>
                <a:gridCol w="2069383"/>
                <a:gridCol w="2069383"/>
                <a:gridCol w="2069383"/>
                <a:gridCol w="2069383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R²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median R²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Pearson r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median Pearson r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C2119"/>
                          </a:solidFill>
                          <a:latin typeface="Calibri"/>
                        </a:rPr>
                        <a:t>LAI anomaly (20 sites)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-0.172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-0.054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0.286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0.267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C2119"/>
                          </a:solidFill>
                          <a:latin typeface="Calibri"/>
                        </a:rPr>
                        <a:t>GPP anomaly (20 sites)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C2119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C2119"/>
                          </a:solidFill>
                          <a:latin typeface="Calibri"/>
                        </a:rPr>
                        <a:t>0.045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C2119"/>
                          </a:solidFill>
                          <a:latin typeface="Calibri"/>
                        </a:rPr>
                        <a:t>0.358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C2119"/>
                          </a:solidFill>
                          <a:latin typeface="Calibri"/>
                        </a:rPr>
                        <a:t>0.380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220 folds (20 sites × 11 LOYO years), all 8 CONUS vegetation classes represented. GPP beats LAI on every metric shown, zero-shot, before any physics guidance.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PART 3 — GPP vs. LAI, ZERO-SHOT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GPP Beats LAI in 7 of 8 Vegetation Classes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43000"/>
          <a:ext cx="11185854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3190"/>
                <a:gridCol w="2460888"/>
                <a:gridCol w="2460888"/>
                <a:gridCol w="2460888"/>
              </a:tblGrid>
              <a:tr h="4673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Vegetation class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LAI mean r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GPP mean r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 folds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C2119"/>
                          </a:solidFill>
                          <a:latin typeface="Calibri"/>
                        </a:rPr>
                        <a:t>Shrubs Ne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0.518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0.560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C2119"/>
                          </a:solidFill>
                          <a:latin typeface="Calibri"/>
                        </a:rPr>
                        <a:t>Shrubs Bd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0.450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0.569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C2119"/>
                          </a:solidFill>
                          <a:latin typeface="Calibri"/>
                        </a:rPr>
                        <a:t>Shrubs Nd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0.423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0.426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C2119"/>
                          </a:solidFill>
                          <a:latin typeface="Calibri"/>
                        </a:rPr>
                        <a:t>Grass Nat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0.265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0.360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C2119"/>
                          </a:solidFill>
                          <a:latin typeface="Calibri"/>
                        </a:rPr>
                        <a:t>Trees Nd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0.233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0.293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C2119"/>
                          </a:solidFill>
                          <a:latin typeface="Calibri"/>
                        </a:rPr>
                        <a:t>Trees Ne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0.229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0.226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C2119"/>
                          </a:solidFill>
                          <a:latin typeface="Calibri"/>
                        </a:rPr>
                        <a:t>Trees Bd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0.186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0.251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C2119"/>
                          </a:solidFill>
                          <a:latin typeface="Calibri"/>
                        </a:rPr>
                        <a:t>Grass Man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0.121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0.348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C2119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Grasses show the largest relative gain; needleleaf-evergreen trees is the one class essentially tied (GPP 0.226 vs. LAI 0.229).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Interpretation and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23774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9"/>
                </a:solidFill>
                <a:latin typeface="Calibri"/>
              </a:rPr>
              <a:t>Consistent with Prof. Wang's expectation that GPP is the more weather-coupled, more directly forecastable target - GPP responds to the same short-term weather drivers Chronos-2 sees in its covariates more directly than LAI, which is a slower-integrating structural/canopy variable. (Interpretation - not yet tested directly.)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9"/>
                </a:solidFill>
                <a:latin typeface="Calibri"/>
              </a:rPr>
              <a:t>This zero-shot result does not yet test whether physics-guided fine-tuning helps GPP more than LAI - it only establishes that the baseline gap between the two targets is real and goes in the expected direction, before spending effort on the fine-tuning comparison.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611880"/>
            <a:ext cx="10789920" cy="1645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50">
                <a:solidFill>
                  <a:srgbClr val="2A78D6"/>
                </a:solidFill>
                <a:latin typeface="Calibri"/>
              </a:rPr>
              <a:t>▪  </a:t>
            </a:r>
            <a:r>
              <a:rPr sz="1550">
                <a:solidFill>
                  <a:srgbClr val="1C2119"/>
                </a:solidFill>
                <a:latin typeface="Calibri"/>
              </a:rPr>
              <a:t>Next: confirm this result holds at the full 70-site scale (download in progress on AppEEARS).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50">
                <a:solidFill>
                  <a:srgbClr val="2A78D6"/>
                </a:solidFill>
                <a:latin typeface="Calibri"/>
              </a:rPr>
              <a:t>▪  </a:t>
            </a:r>
            <a:r>
              <a:rPr sz="1550">
                <a:solidFill>
                  <a:srgbClr val="1C2119"/>
                </a:solidFill>
                <a:latin typeface="Calibri"/>
              </a:rPr>
              <a:t>Then: physics-guided fine-tuning on GPP, using the existing phenology equation and fine-tuning machinery (already supports GPP as --target-col) - deliberately not started yet, per the agreed order of work.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2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A3A66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6"/>
                </a:solidFill>
                <a:latin typeface="Calibri"/>
              </a:rPr>
              <a:t>Order of work, as agreed: data first, zero-shot baseline second (done here), physics-guided fine-tuning on GPP last.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