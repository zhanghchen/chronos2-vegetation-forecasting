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Can PFT Improve Chronos-2 LAI Forecasting?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1">
                <a:solidFill>
                  <a:srgbClr val="1C2119"/>
                </a:solidFill>
                <a:latin typeface="Calibri"/>
              </a:rPr>
              <a:t>Different vegetation compositions may respond differently to the same climate forcing.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10058400" cy="82296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9509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4A33"/>
                </a:solidFill>
                <a:latin typeface="Calibri"/>
              </a:rPr>
              <a:t>LAI_future = f( historical LAI, climate, PFT composition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Example: a pixel with 65% forest + 35% grass may not respond to precipitation, VPD, or temperature the same way a 100% forest pixel does.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This deck summarizes a full investigation — from a single-pixel test that failed for an architectural reason, through an architecture fix, to a decisive controlled experiment.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Question: can explicit PFT information give Chronos-2 a measurable, reproducible forecasting edge?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1 ·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Why the Initial PFT Approach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Single-pixel experiments fed PFT as a constant covariate (same value at every timestep) — and showed almost no effect.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Source-code inspection of Chronos-2's InstanceNorm explained why: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PFT = 0.65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(constant every step)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InstanceNorm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(per-series, std=0)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→ [0, 0, 0, ...]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signal erased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285750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85750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3703320"/>
            <a:ext cx="10515600" cy="685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5651D"/>
                </a:solidFill>
                <a:latin typeface="Calibri"/>
              </a:rPr>
              <a:t>Verified empirically: perturbing PFT across 5 synthetic compositions changed the prediction by exactly 0.00000000 — not a small effect, zero.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109728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B5651D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Critically: this did NOT mean PFT is biologically irrelevant — only that a constant-per-pixel value cannot survive this specific normalization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Calibri"/>
              </a:rPr>
              <a:t>TAKEAWAY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651D"/>
                </a:solidFill>
                <a:latin typeface="Calibri"/>
              </a:rPr>
              <a:t>Chronos-2 was architecturally blind to static PFT — a mechanism problem, not evidence against PFT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2 · ARCHITECTURE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Making Chronos-2 PFT-Aware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Built explicit PFT conditioning that bypasses InstanceNorm entirely: a small trainable module converts the PFT vector into a FiLM (scale, shift) adjustment applied directly to the model's internal representation — the frozen, 119.5M-parameter pretrained model never changes.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Tested several conditioning designs: deep-MLP FiLM, a regularized variant, a biologically-structured linear mixture of per-vegetation-class response vectors, and a rank-8 bottleneck FiLM.</a:t>
            </a:r>
          </a:p>
        </p:txBody>
      </p:sp>
      <p:pic>
        <p:nvPicPr>
          <p:cNvPr id="7" name="Picture 6" descr="perturbation_sweep_all_pix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587" y="2743200"/>
            <a:ext cx="4160520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Smoke test confirmed real PFT sensitivity (e.g. +0.63 LAI units, evergreen vs. grass) — the question became generalization, not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3 · SCALING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Multi-Pixel 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pft_diverse_pixels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352" y="1143000"/>
            <a:ext cx="810299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572000"/>
            <a:ext cx="11185855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70 CONUS pixels selected for genuine PFT diversity (8 dominant classes, purity 0.46–1.00), pooled into one shared training set so PFT actually varies across training rows.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A real data-quality bug was caught and fixed here: 24/70 initially-selected pixels had 100% missing gridMET climate data (a known US coverage gap); the final 70-pixel set was verified complete.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Strict protocol: pre-2022 windows only for training/model selection; 2022 touched exactly once,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4 ·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Overfitting Persists Despite More Temporal 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70" y="1143000"/>
            <a:ext cx="8410754" cy="3429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754880"/>
          <a:ext cx="11185855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4342"/>
                <a:gridCol w="2237171"/>
                <a:gridCol w="2237171"/>
                <a:gridCol w="2237171"/>
              </a:tblGrid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 val_loss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Selected step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deep-MLP FiLM (original)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100,544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0.34664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Regularized deep-MLP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51,040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0.34667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Linear per-class mixture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15,360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0.34695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Rank-8 bottleneck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12,600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0.34653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8 training windows (4x more) still weren't enough for 3 of 4 architectures — data volume alone isn't the full explanation.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Key Finding: Real PFT ≈ Shuffled PFT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real_vs_shuffl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57" y="1143000"/>
            <a:ext cx="7383780" cy="48188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651D"/>
                </a:solidFill>
                <a:latin typeface="Calibri"/>
              </a:rPr>
              <a:t>A model trained on scientifically meaningless, randomly-shuffled PFT performs at least as well as one trained on real PFT — p=0.245, not significant.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What Does This Tell 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0607040" cy="91440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07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4A33"/>
                </a:solidFill>
                <a:latin typeface="Calibri"/>
              </a:rPr>
              <a:t>No PFT  ≈  Real PFT  ≈  Shuffled PFT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097280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small ΔR² (~+0.002) most likely comes from adding trainable conditioning capacity itself, not from the biological information the PFT vector carries.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Supporting evidence reaches the same conclusion from four independent angles: mixed-vs-pure pixel entropy (r ≈ −0.13 vs. shuffled), seasonal-phase RMSE (indistinguishable in every phase), and per-dominant-PFT-class breakdown (|Δ| ≤ 0.001 for every class once compared against shuffled).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This is consistent with an earlier, independent finding in this project: no PEFT/fine-tuning method (LoRA, DoRA, VeRA, IA3, LN-Tuning, BitFit) beat zero-shot Chronos-2 on this dataset either.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5C6355"/>
                </a:solidFill>
                <a:latin typeface="Calibri"/>
              </a:rPr>
              <a:t>Precise conclusion (not "PFT is useless"):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1C2119"/>
                </a:solidFill>
                <a:latin typeface="Calibri"/>
              </a:rPr>
              <a:t>Under the current Chronos-2 + LAI setup and available dataset, explicit PFT information does not provide measurable predictive information beyond a shuffled-PFT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Hypothesis, not proven ceiling: zero-shot Chronos-2 may already be hard to improve with small gradient-trained modules at this data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Research Progression: What We Ruled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INITIAL HYPOTHESIS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9A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PFT does not help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20341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FINDING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0341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Chronos-2 architecturally cannot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see static PFT (InstanceNorm erasure)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1669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37762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7762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Explicit FiLM conditioning,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bypassing InstanceNorm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9090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5183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FINDING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Architecture CAN learn strong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PFT sensitivity — but doesn't generalize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36511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72604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2604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4x more temporal windows +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4 alternative architectures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3932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0025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FINDING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0025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Real PFT performs no better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than shuffled PFT (p=0.245)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71353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07446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CONCLUSION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07446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 detectable, generalizable PFT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signal in the current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Each step ruled out a specific explanation with direct evidence — this is what makes the final negative result trustworthy.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556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Across 4 conditioning architectures and both PFT representations, no method beat a shuffled-PFT control — the strongest form of evidence this investigation can offer against the current approach.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negative result is well-diagnosed, not a dead end: the InstanceNorm blindness, the FiLM fix, and the shuffle control each closed off a specific alternative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Recommended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1115568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Test PFT with the AELSTM-family models, which showed greater (if noisier) sensitivity to explicit PFT in the earlier single-pixel study.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Revisit Chronos-2 only if substantially more or different training data become available — do not keep tuning increasingly complex FiLM/adapter variants on the current dataset.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Longer term: investigate PFT as a modifier of drought/climate response specifically, rather than a generic static covariate, if sufficient supervision becomes available to learn that interaction.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Full details: CHRONOS2_PFT_V2_REPORT.md — every number in this deck traces to a saved CSV in outputs/pft_v2/.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